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2D2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157AAD-9858-488C-9DB9-FD4E4E2A1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E5CDFAB-641D-4281-BA7E-EAC1EDAC8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3B11DE-76F3-4C32-A688-F25136DF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F901E2-A05F-4DA1-BA01-FA5EAF078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B000C3-EABD-4A99-B27C-8A9FE357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8108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C0438-6480-4C12-9F71-68D83F00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1BA40D-D262-4EBF-BAB4-0CBC0F5CE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746313-989D-410F-9E4D-65D61F4EE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88EA96-5542-41D4-87CF-C84537D5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5DD820-BC93-46C7-A8EB-0E9DDC33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11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7670BF-F5C8-439D-8505-1FEB6361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B32E4E-9381-4DFC-BF23-FCB09841A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26D45C-0B29-413E-A83C-55C9F2F2D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FD5DA4-02DC-4C3B-8749-27E35122E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884CF5-D991-48C6-820D-13327A74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40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7D98C6-68FC-42A1-9131-0FA35800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91509F-9EEB-405E-81D9-C46108A8E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DB5E10-FD00-4EDC-90B4-A8BD3B15D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7A16E1-6C06-48B7-8E89-E64424C30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D84E50-45ED-4780-9003-1F7FC851B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687EEA-5C0E-495C-BD5C-A84DDB86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57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9638F-F160-4022-B20B-7D2C2399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FF8291-2C24-4909-BF62-C252F35B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F30EBB-70DF-4717-9E4E-CD3ACCE7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FBC39FA-07D1-415C-B419-02A72E6D8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00DBA3B-2D73-4C44-A0F8-9B882EF9E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5081133-C337-416D-8406-7D63A4E03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DD76FEF-534E-42D2-A141-5595C0868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3882564-CB99-4926-A361-9FA194B2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860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01A488-F492-4CEB-997B-ED49A66F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F36610D-2E3E-487F-B8F6-6F2E4C13A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DD3B8E7-99A5-4939-A19C-69FB0423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D23503-3A4F-492A-9D86-99AE48310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921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34A0C34-626C-4530-9049-563C0333A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291FF92-EB4B-42E1-BD20-5953C065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5D6B27-785B-44EB-9D24-0FE126B4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368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6E3AC-FAFD-4F5F-83D0-C96EA60F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5169DA-725E-487D-A79D-16DCC78B8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7BB88E-3357-4F15-8322-4987FC84A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4CE11DE-3153-417C-B6A3-77239CCF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30656A-7A41-4038-8BDB-385E430C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51C0BC-EC37-4D98-976F-992744B3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178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561DD-D0D1-4359-832A-96CE619C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AFF24F1-E0CB-42D1-BA90-247B2BC23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7F5C43-21A3-4554-B524-72828F2D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3C20D4-89E4-4EE8-9E03-F09ADB4E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D92393-60C3-444D-8C8D-75EDC0243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56F390-B224-4741-AA85-1CC37B889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183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3B6FF7-7E11-4E22-AE42-8697C203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6FFE1A-042B-4D7B-82A0-0FEA1DC27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93D8E7-C142-4487-AB28-EF81390F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0B16A1-C680-4782-88D5-A40820E2A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BD5E8A-8C71-435B-AA8E-49E08C05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5907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D29A3E7-214B-46FD-9234-B4087D079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029E2B-22F0-4777-BDAE-1ECEA56DB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6F52E0-2DFA-4379-852B-C607EFE7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89EF21-9447-4661-BA56-3B5DA26C2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C04EE4-5DAE-4F21-B539-429C75F8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6066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62F36C7-006D-4183-8D1C-678D11B82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3EE7CA-C023-4C4A-A8BE-3C9E52886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ACEDEE-59E5-4453-8609-C97796FAE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F3F3F-3E05-4475-BDF7-9F1F10448BC5}" type="datetimeFigureOut">
              <a:rPr lang="fr-FR" smtClean="0"/>
              <a:t>07/05/2026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35DB7A-A7E6-45D4-B167-7832B924F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C70C1B-AD4A-472A-BA2F-B14BE141F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3C79F-0E4D-423C-AEBE-423285F792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108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fif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jfif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1.png"/><Relationship Id="rId7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avec coin rogné 3">
            <a:extLst>
              <a:ext uri="{FF2B5EF4-FFF2-40B4-BE49-F238E27FC236}">
                <a16:creationId xmlns:a16="http://schemas.microsoft.com/office/drawing/2014/main" id="{4235E02F-EA39-4F44-BE72-4CD0A741EA64}"/>
              </a:ext>
            </a:extLst>
          </p:cNvPr>
          <p:cNvSpPr/>
          <p:nvPr/>
        </p:nvSpPr>
        <p:spPr>
          <a:xfrm>
            <a:off x="4333710" y="859536"/>
            <a:ext cx="2824328" cy="1697927"/>
          </a:xfrm>
          <a:prstGeom prst="snip1Rect">
            <a:avLst>
              <a:gd name="adj" fmla="val 5556"/>
            </a:avLst>
          </a:prstGeom>
          <a:solidFill>
            <a:srgbClr val="2D2D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DD6F4B8-9F34-4C2C-B716-EB10F72BD339}"/>
              </a:ext>
            </a:extLst>
          </p:cNvPr>
          <p:cNvSpPr txBox="1"/>
          <p:nvPr/>
        </p:nvSpPr>
        <p:spPr>
          <a:xfrm>
            <a:off x="4646119" y="972124"/>
            <a:ext cx="1272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ThermaVIP</a:t>
            </a:r>
            <a:r>
              <a:rPr lang="fr-FR" sz="1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CBE06BC-9C28-4D76-88BA-9E1DAF0D5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886" y="4242268"/>
            <a:ext cx="4023027" cy="217609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7743310-56F6-461D-80CB-F6071C35911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752" y="1316888"/>
            <a:ext cx="494322" cy="38828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269B5D4-14F0-4984-8B15-E2D0EEE7C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722" y="3398361"/>
            <a:ext cx="2080465" cy="19251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9FB24EE-1B0C-4792-B673-4A4C44A86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342" y="3665266"/>
            <a:ext cx="2456066" cy="83882"/>
          </a:xfrm>
          <a:prstGeom prst="rect">
            <a:avLst/>
          </a:prstGeom>
        </p:spPr>
      </p:pic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62858C4-4381-41AB-ACF4-F42942B2112C}"/>
              </a:ext>
            </a:extLst>
          </p:cNvPr>
          <p:cNvCxnSpPr>
            <a:cxnSpLocks/>
          </p:cNvCxnSpPr>
          <p:nvPr/>
        </p:nvCxnSpPr>
        <p:spPr>
          <a:xfrm>
            <a:off x="7301237" y="3833909"/>
            <a:ext cx="846933" cy="0"/>
          </a:xfrm>
          <a:prstGeom prst="line">
            <a:avLst/>
          </a:prstGeom>
          <a:ln w="127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 21">
            <a:extLst>
              <a:ext uri="{FF2B5EF4-FFF2-40B4-BE49-F238E27FC236}">
                <a16:creationId xmlns:a16="http://schemas.microsoft.com/office/drawing/2014/main" id="{4FC8337D-6869-48B3-8389-B62C656CA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5552" y="1241750"/>
            <a:ext cx="98680" cy="17033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C2DF1E40-A8E0-4057-8C60-3DBEFDADAAE7}"/>
              </a:ext>
            </a:extLst>
          </p:cNvPr>
          <p:cNvSpPr txBox="1"/>
          <p:nvPr/>
        </p:nvSpPr>
        <p:spPr>
          <a:xfrm>
            <a:off x="4394320" y="1194396"/>
            <a:ext cx="12573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EAST </a:t>
            </a:r>
            <a:r>
              <a:rPr lang="fr-FR" sz="105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edition</a:t>
            </a:r>
            <a:r>
              <a:rPr lang="fr-FR" sz="105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2022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0849F556-874A-452D-A235-617ED44FE0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9672" y="1189571"/>
            <a:ext cx="536818" cy="511255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63D79226-EA61-4976-8C22-FD2EF13D83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6840" y="3030616"/>
            <a:ext cx="602482" cy="573792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8D2025BF-9B4D-4720-8578-1AE767DBF3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4716" y="2958724"/>
            <a:ext cx="431597" cy="411045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8807BB0E-D06D-4F87-AC48-C8C77BAF5A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0602" y="3285384"/>
            <a:ext cx="464555" cy="442433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44E34F72-AAB0-4448-BB8E-42733D6CF4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509" y="2023890"/>
            <a:ext cx="2868899" cy="491657"/>
          </a:xfrm>
          <a:prstGeom prst="rect">
            <a:avLst/>
          </a:prstGeom>
        </p:spPr>
      </p:pic>
      <p:sp>
        <p:nvSpPr>
          <p:cNvPr id="38" name="Triangle rectangle 37">
            <a:extLst>
              <a:ext uri="{FF2B5EF4-FFF2-40B4-BE49-F238E27FC236}">
                <a16:creationId xmlns:a16="http://schemas.microsoft.com/office/drawing/2014/main" id="{0336BF78-C525-4143-87D2-2A722A01C007}"/>
              </a:ext>
            </a:extLst>
          </p:cNvPr>
          <p:cNvSpPr/>
          <p:nvPr/>
        </p:nvSpPr>
        <p:spPr>
          <a:xfrm>
            <a:off x="7063471" y="860477"/>
            <a:ext cx="95136" cy="93927"/>
          </a:xfrm>
          <a:prstGeom prst="rt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 : avec coin rogné 17">
            <a:extLst>
              <a:ext uri="{FF2B5EF4-FFF2-40B4-BE49-F238E27FC236}">
                <a16:creationId xmlns:a16="http://schemas.microsoft.com/office/drawing/2014/main" id="{00C27CCA-8363-431C-95D4-6016E803D159}"/>
              </a:ext>
            </a:extLst>
          </p:cNvPr>
          <p:cNvSpPr/>
          <p:nvPr/>
        </p:nvSpPr>
        <p:spPr>
          <a:xfrm>
            <a:off x="591048" y="3900926"/>
            <a:ext cx="3158274" cy="2066544"/>
          </a:xfrm>
          <a:prstGeom prst="snip1Rect">
            <a:avLst>
              <a:gd name="adj" fmla="val 5556"/>
            </a:avLst>
          </a:prstGeom>
          <a:solidFill>
            <a:srgbClr val="2D2D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6C1B7B7-C852-4155-B20A-F5102A212A56}"/>
              </a:ext>
            </a:extLst>
          </p:cNvPr>
          <p:cNvSpPr txBox="1"/>
          <p:nvPr/>
        </p:nvSpPr>
        <p:spPr>
          <a:xfrm>
            <a:off x="768339" y="3940996"/>
            <a:ext cx="1272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ThermaVIP</a:t>
            </a:r>
            <a:r>
              <a:rPr lang="fr-FR" sz="1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3623696-EB35-4410-B756-6EA5E720A6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889" y="4242714"/>
            <a:ext cx="122149" cy="23941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20F9936C-728D-421A-803A-12B248C12DC7}"/>
              </a:ext>
            </a:extLst>
          </p:cNvPr>
          <p:cNvSpPr txBox="1"/>
          <p:nvPr/>
        </p:nvSpPr>
        <p:spPr>
          <a:xfrm>
            <a:off x="783579" y="4227473"/>
            <a:ext cx="12573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ARSA </a:t>
            </a:r>
            <a:r>
              <a:rPr lang="fr-FR" sz="11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edition</a:t>
            </a:r>
            <a:endParaRPr lang="fr-FR" sz="11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BF6F38D0-9A7D-43B1-BAA7-53DD1D0BB4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99" y="5290053"/>
            <a:ext cx="2868899" cy="491657"/>
          </a:xfrm>
          <a:prstGeom prst="rect">
            <a:avLst/>
          </a:prstGeom>
        </p:spPr>
      </p:pic>
      <p:sp>
        <p:nvSpPr>
          <p:cNvPr id="26" name="Triangle rectangle 25">
            <a:extLst>
              <a:ext uri="{FF2B5EF4-FFF2-40B4-BE49-F238E27FC236}">
                <a16:creationId xmlns:a16="http://schemas.microsoft.com/office/drawing/2014/main" id="{3669CEC6-76D9-4141-AC0A-6D731AD6F6EE}"/>
              </a:ext>
            </a:extLst>
          </p:cNvPr>
          <p:cNvSpPr/>
          <p:nvPr/>
        </p:nvSpPr>
        <p:spPr>
          <a:xfrm>
            <a:off x="3620852" y="3899486"/>
            <a:ext cx="126000" cy="126000"/>
          </a:xfrm>
          <a:prstGeom prst="rt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 : avec coin rogné 17">
            <a:extLst>
              <a:ext uri="{FF2B5EF4-FFF2-40B4-BE49-F238E27FC236}">
                <a16:creationId xmlns:a16="http://schemas.microsoft.com/office/drawing/2014/main" id="{00C27CCA-8363-431C-95D4-6016E803D159}"/>
              </a:ext>
            </a:extLst>
          </p:cNvPr>
          <p:cNvSpPr/>
          <p:nvPr/>
        </p:nvSpPr>
        <p:spPr>
          <a:xfrm>
            <a:off x="8888074" y="4351816"/>
            <a:ext cx="3158274" cy="2066544"/>
          </a:xfrm>
          <a:prstGeom prst="snip1Rect">
            <a:avLst>
              <a:gd name="adj" fmla="val 5556"/>
            </a:avLst>
          </a:prstGeom>
          <a:solidFill>
            <a:srgbClr val="2D2D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6C1B7B7-C852-4155-B20A-F5102A212A56}"/>
              </a:ext>
            </a:extLst>
          </p:cNvPr>
          <p:cNvSpPr txBox="1"/>
          <p:nvPr/>
        </p:nvSpPr>
        <p:spPr>
          <a:xfrm>
            <a:off x="9065365" y="4391886"/>
            <a:ext cx="1272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ThermaVIP</a:t>
            </a:r>
            <a:r>
              <a:rPr lang="fr-FR" sz="1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53623696-EB35-4410-B756-6EA5E720A6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9915" y="4693604"/>
            <a:ext cx="122149" cy="239410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20F9936C-728D-421A-803A-12B248C12DC7}"/>
              </a:ext>
            </a:extLst>
          </p:cNvPr>
          <p:cNvSpPr txBox="1"/>
          <p:nvPr/>
        </p:nvSpPr>
        <p:spPr>
          <a:xfrm>
            <a:off x="9080605" y="4678363"/>
            <a:ext cx="12573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CODAC </a:t>
            </a:r>
            <a:r>
              <a:rPr lang="fr-FR" sz="11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edition</a:t>
            </a:r>
            <a:endParaRPr lang="fr-FR" sz="11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BF6F38D0-9A7D-43B1-BAA7-53DD1D0BB4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125" y="5740943"/>
            <a:ext cx="2868899" cy="491657"/>
          </a:xfrm>
          <a:prstGeom prst="rect">
            <a:avLst/>
          </a:prstGeom>
        </p:spPr>
      </p:pic>
      <p:sp>
        <p:nvSpPr>
          <p:cNvPr id="37" name="Triangle rectangle 36">
            <a:extLst>
              <a:ext uri="{FF2B5EF4-FFF2-40B4-BE49-F238E27FC236}">
                <a16:creationId xmlns:a16="http://schemas.microsoft.com/office/drawing/2014/main" id="{3669CEC6-76D9-4141-AC0A-6D731AD6F6EE}"/>
              </a:ext>
            </a:extLst>
          </p:cNvPr>
          <p:cNvSpPr/>
          <p:nvPr/>
        </p:nvSpPr>
        <p:spPr>
          <a:xfrm>
            <a:off x="11917878" y="4350376"/>
            <a:ext cx="126000" cy="126000"/>
          </a:xfrm>
          <a:prstGeom prst="rt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4434232" y="2131218"/>
            <a:ext cx="7505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CEA/IRFM</a:t>
            </a:r>
          </a:p>
          <a:p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All </a:t>
            </a:r>
            <a:r>
              <a:rPr lang="fr-FR" sz="6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rights</a:t>
            </a:r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fr-FR" sz="6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reserved</a:t>
            </a:r>
            <a:endParaRPr lang="fr-FR" sz="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39" name="Image 3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755" y="2131218"/>
            <a:ext cx="357112" cy="289032"/>
          </a:xfrm>
          <a:prstGeom prst="rect">
            <a:avLst/>
          </a:prstGeom>
        </p:spPr>
      </p:pic>
      <p:pic>
        <p:nvPicPr>
          <p:cNvPr id="40" name="Image 3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225" y="2148499"/>
            <a:ext cx="403097" cy="25023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930" y="1037616"/>
            <a:ext cx="214872" cy="204020"/>
          </a:xfrm>
          <a:prstGeom prst="rect">
            <a:avLst/>
          </a:prstGeom>
        </p:spPr>
      </p:pic>
      <p:sp>
        <p:nvSpPr>
          <p:cNvPr id="41" name="Rectangle : avec coin rogné 3">
            <a:extLst>
              <a:ext uri="{FF2B5EF4-FFF2-40B4-BE49-F238E27FC236}">
                <a16:creationId xmlns:a16="http://schemas.microsoft.com/office/drawing/2014/main" id="{4235E02F-EA39-4F44-BE72-4CD0A741EA64}"/>
              </a:ext>
            </a:extLst>
          </p:cNvPr>
          <p:cNvSpPr/>
          <p:nvPr/>
        </p:nvSpPr>
        <p:spPr>
          <a:xfrm>
            <a:off x="269486" y="188652"/>
            <a:ext cx="2824328" cy="1697927"/>
          </a:xfrm>
          <a:prstGeom prst="snip1Rect">
            <a:avLst>
              <a:gd name="adj" fmla="val 5556"/>
            </a:avLst>
          </a:prstGeom>
          <a:solidFill>
            <a:srgbClr val="2D2D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DD6F4B8-9F34-4C2C-B716-EB10F72BD339}"/>
              </a:ext>
            </a:extLst>
          </p:cNvPr>
          <p:cNvSpPr txBox="1"/>
          <p:nvPr/>
        </p:nvSpPr>
        <p:spPr>
          <a:xfrm>
            <a:off x="581895" y="301240"/>
            <a:ext cx="1272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ThermaVIP</a:t>
            </a:r>
            <a:r>
              <a:rPr lang="fr-FR" sz="1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4FC8337D-6869-48B3-8389-B62C656CA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328" y="570866"/>
            <a:ext cx="98680" cy="170330"/>
          </a:xfrm>
          <a:prstGeom prst="rect">
            <a:avLst/>
          </a:prstGeom>
        </p:spPr>
      </p:pic>
      <p:sp>
        <p:nvSpPr>
          <p:cNvPr id="44" name="ZoneTexte 43">
            <a:extLst>
              <a:ext uri="{FF2B5EF4-FFF2-40B4-BE49-F238E27FC236}">
                <a16:creationId xmlns:a16="http://schemas.microsoft.com/office/drawing/2014/main" id="{C2DF1E40-A8E0-4057-8C60-3DBEFDADAAE7}"/>
              </a:ext>
            </a:extLst>
          </p:cNvPr>
          <p:cNvSpPr txBox="1"/>
          <p:nvPr/>
        </p:nvSpPr>
        <p:spPr>
          <a:xfrm>
            <a:off x="330096" y="523512"/>
            <a:ext cx="12573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WEST </a:t>
            </a:r>
            <a:r>
              <a:rPr lang="fr-FR" sz="105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edition</a:t>
            </a:r>
            <a:r>
              <a:rPr lang="fr-FR" sz="105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2026</a:t>
            </a:r>
          </a:p>
        </p:txBody>
      </p:sp>
      <p:sp>
        <p:nvSpPr>
          <p:cNvPr id="45" name="Triangle rectangle 44">
            <a:extLst>
              <a:ext uri="{FF2B5EF4-FFF2-40B4-BE49-F238E27FC236}">
                <a16:creationId xmlns:a16="http://schemas.microsoft.com/office/drawing/2014/main" id="{0336BF78-C525-4143-87D2-2A722A01C007}"/>
              </a:ext>
            </a:extLst>
          </p:cNvPr>
          <p:cNvSpPr/>
          <p:nvPr/>
        </p:nvSpPr>
        <p:spPr>
          <a:xfrm>
            <a:off x="2999247" y="189593"/>
            <a:ext cx="95136" cy="93927"/>
          </a:xfrm>
          <a:prstGeom prst="rt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Rectangle 45"/>
          <p:cNvSpPr/>
          <p:nvPr/>
        </p:nvSpPr>
        <p:spPr>
          <a:xfrm>
            <a:off x="370008" y="1460334"/>
            <a:ext cx="7505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CEA/IRFM</a:t>
            </a:r>
          </a:p>
          <a:p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All </a:t>
            </a:r>
            <a:r>
              <a:rPr lang="fr-FR" sz="6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rights</a:t>
            </a:r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fr-FR" sz="6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reserved</a:t>
            </a:r>
            <a:endParaRPr lang="fr-FR" sz="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47" name="Image 4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531" y="1460334"/>
            <a:ext cx="357112" cy="289032"/>
          </a:xfrm>
          <a:prstGeom prst="rect">
            <a:avLst/>
          </a:prstGeom>
        </p:spPr>
      </p:pic>
      <p:pic>
        <p:nvPicPr>
          <p:cNvPr id="48" name="Image 4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001" y="1477615"/>
            <a:ext cx="403097" cy="250233"/>
          </a:xfrm>
          <a:prstGeom prst="rect">
            <a:avLst/>
          </a:prstGeom>
        </p:spPr>
      </p:pic>
      <p:pic>
        <p:nvPicPr>
          <p:cNvPr id="49" name="Image 4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06" y="366732"/>
            <a:ext cx="214872" cy="20402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874" y="2036869"/>
            <a:ext cx="439550" cy="439550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1218184" y="2256644"/>
            <a:ext cx="883105" cy="28801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Image 5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949" y="2263940"/>
            <a:ext cx="357112" cy="289032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420" y="2281221"/>
            <a:ext cx="401138" cy="250233"/>
          </a:xfrm>
          <a:prstGeom prst="rect">
            <a:avLst/>
          </a:prstGeom>
        </p:spPr>
      </p:pic>
      <p:sp>
        <p:nvSpPr>
          <p:cNvPr id="53" name="ZoneTexte 52">
            <a:extLst>
              <a:ext uri="{FF2B5EF4-FFF2-40B4-BE49-F238E27FC236}">
                <a16:creationId xmlns:a16="http://schemas.microsoft.com/office/drawing/2014/main" id="{1DD6F4B8-9F34-4C2C-B716-EB10F72BD339}"/>
              </a:ext>
            </a:extLst>
          </p:cNvPr>
          <p:cNvSpPr txBox="1"/>
          <p:nvPr/>
        </p:nvSpPr>
        <p:spPr>
          <a:xfrm>
            <a:off x="5607465" y="2720095"/>
            <a:ext cx="127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 panose="020B0604020202020204" pitchFamily="34" charset="0"/>
              </a:rPr>
              <a:t>ThermaVIP</a:t>
            </a:r>
            <a:r>
              <a:rPr lang="fr-FR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1DD6F4B8-9F34-4C2C-B716-EB10F72BD339}"/>
              </a:ext>
            </a:extLst>
          </p:cNvPr>
          <p:cNvSpPr txBox="1"/>
          <p:nvPr/>
        </p:nvSpPr>
        <p:spPr>
          <a:xfrm>
            <a:off x="6148881" y="3563435"/>
            <a:ext cx="127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kern="15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THERMA 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245" y="2968639"/>
            <a:ext cx="381053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00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 rogné 3">
            <a:extLst>
              <a:ext uri="{FF2B5EF4-FFF2-40B4-BE49-F238E27FC236}">
                <a16:creationId xmlns:a16="http://schemas.microsoft.com/office/drawing/2014/main" id="{4235E02F-EA39-4F44-BE72-4CD0A741EA64}"/>
              </a:ext>
            </a:extLst>
          </p:cNvPr>
          <p:cNvSpPr/>
          <p:nvPr/>
        </p:nvSpPr>
        <p:spPr>
          <a:xfrm>
            <a:off x="2371904" y="3843282"/>
            <a:ext cx="4420401" cy="914903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904" y="3911500"/>
            <a:ext cx="4420401" cy="771633"/>
          </a:xfrm>
          <a:prstGeom prst="rect">
            <a:avLst/>
          </a:prstGeom>
        </p:spPr>
      </p:pic>
      <p:pic>
        <p:nvPicPr>
          <p:cNvPr id="1028" name="Picture 4" descr="Commissariat à l'énergie atomique et aux énergies alternatives — Wikipé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95" y="4826402"/>
            <a:ext cx="2146203" cy="1752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054" y="1516349"/>
            <a:ext cx="1551460" cy="603346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430" y="2689725"/>
            <a:ext cx="4772570" cy="3077395"/>
          </a:xfrm>
          <a:prstGeom prst="rect">
            <a:avLst/>
          </a:prstGeom>
        </p:spPr>
      </p:pic>
      <p:sp>
        <p:nvSpPr>
          <p:cNvPr id="13" name="Rectangle : avec coin rogné 3">
            <a:extLst>
              <a:ext uri="{FF2B5EF4-FFF2-40B4-BE49-F238E27FC236}">
                <a16:creationId xmlns:a16="http://schemas.microsoft.com/office/drawing/2014/main" id="{4235E02F-EA39-4F44-BE72-4CD0A741EA64}"/>
              </a:ext>
            </a:extLst>
          </p:cNvPr>
          <p:cNvSpPr/>
          <p:nvPr/>
        </p:nvSpPr>
        <p:spPr>
          <a:xfrm>
            <a:off x="3408218" y="3843283"/>
            <a:ext cx="3384087" cy="770281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346" y="3637289"/>
            <a:ext cx="3565876" cy="3565876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136" y="3838575"/>
            <a:ext cx="638906" cy="517104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9685" y="-1272137"/>
            <a:ext cx="7221565" cy="4484972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668" y="4239683"/>
            <a:ext cx="713499" cy="44292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96C1B7B7-C852-4155-B20A-F5102A212A56}"/>
              </a:ext>
            </a:extLst>
          </p:cNvPr>
          <p:cNvSpPr txBox="1"/>
          <p:nvPr/>
        </p:nvSpPr>
        <p:spPr>
          <a:xfrm>
            <a:off x="3709457" y="3876197"/>
            <a:ext cx="2077399" cy="723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endParaRPr lang="fr-FR" sz="24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>
              <a:lnSpc>
                <a:spcPts val="1200"/>
              </a:lnSpc>
            </a:pPr>
            <a:r>
              <a:rPr lang="fr-FR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	</a:t>
            </a:r>
            <a:r>
              <a:rPr lang="fr-FR" sz="14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Viewing</a:t>
            </a:r>
            <a:endParaRPr lang="fr-FR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>
              <a:lnSpc>
                <a:spcPts val="1200"/>
              </a:lnSpc>
            </a:pPr>
            <a:r>
              <a:rPr lang="fr-FR" sz="2000" b="1" dirty="0" err="1">
                <a:solidFill>
                  <a:schemeClr val="bg1"/>
                </a:solidFill>
                <a:cs typeface="Arial" panose="020B0604020202020204" pitchFamily="34" charset="0"/>
              </a:rPr>
              <a:t>Therma</a:t>
            </a:r>
            <a:r>
              <a:rPr lang="fr-FR" sz="1600" b="1" dirty="0">
                <a:solidFill>
                  <a:schemeClr val="bg1"/>
                </a:solidFill>
                <a:cs typeface="Arial" panose="020B0604020202020204" pitchFamily="34" charset="0"/>
              </a:rPr>
              <a:t> 	</a:t>
            </a:r>
            <a:r>
              <a:rPr lang="fr-FR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Imaging</a:t>
            </a:r>
            <a:endParaRPr lang="fr-FR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>
              <a:lnSpc>
                <a:spcPts val="1200"/>
              </a:lnSpc>
            </a:pPr>
            <a:r>
              <a:rPr lang="fr-FR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	</a:t>
            </a:r>
            <a:r>
              <a:rPr lang="fr-FR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Platform</a:t>
            </a:r>
            <a:endParaRPr lang="fr-FR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99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77" y="0"/>
            <a:ext cx="11047445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654" y="1204602"/>
            <a:ext cx="5496692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2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499" y="1814287"/>
            <a:ext cx="1629002" cy="3229426"/>
          </a:xfrm>
          <a:prstGeom prst="rect">
            <a:avLst/>
          </a:prstGeom>
        </p:spPr>
      </p:pic>
      <p:sp>
        <p:nvSpPr>
          <p:cNvPr id="5" name="Triangle isocèle 4"/>
          <p:cNvSpPr/>
          <p:nvPr/>
        </p:nvSpPr>
        <p:spPr>
          <a:xfrm rot="16200000">
            <a:off x="4215177" y="3104804"/>
            <a:ext cx="1076496" cy="6483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isocèle 5"/>
          <p:cNvSpPr/>
          <p:nvPr/>
        </p:nvSpPr>
        <p:spPr>
          <a:xfrm rot="5400000">
            <a:off x="6900327" y="3111039"/>
            <a:ext cx="1076496" cy="648392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B4F18876-8957-428A-86CF-9D2223051B63}"/>
              </a:ext>
            </a:extLst>
          </p:cNvPr>
          <p:cNvSpPr/>
          <p:nvPr/>
        </p:nvSpPr>
        <p:spPr>
          <a:xfrm>
            <a:off x="635000" y="592667"/>
            <a:ext cx="180000" cy="18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00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F667AF5-B6C6-47E2-AD8B-BE3394C7D968}"/>
              </a:ext>
            </a:extLst>
          </p:cNvPr>
          <p:cNvSpPr txBox="1"/>
          <p:nvPr/>
        </p:nvSpPr>
        <p:spPr>
          <a:xfrm>
            <a:off x="645624" y="631738"/>
            <a:ext cx="153989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TSM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6046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D2025BF-9B4D-4720-8578-1AE767DBF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949" y="2553779"/>
            <a:ext cx="543324" cy="512844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7743310-56F6-461D-80CB-F6071C35911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410" y="2543403"/>
            <a:ext cx="666100" cy="52322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6C1B7B7-C852-4155-B20A-F5102A212A56}"/>
              </a:ext>
            </a:extLst>
          </p:cNvPr>
          <p:cNvSpPr txBox="1"/>
          <p:nvPr/>
        </p:nvSpPr>
        <p:spPr>
          <a:xfrm>
            <a:off x="9577252" y="4221332"/>
            <a:ext cx="106204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spcAft>
                <a:spcPts val="600"/>
              </a:spcAft>
            </a:pPr>
            <a:endParaRPr lang="fr-FR" sz="2400" b="1" dirty="0">
              <a:solidFill>
                <a:schemeClr val="tx1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lang="fr-FR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V</a:t>
            </a:r>
            <a:r>
              <a:rPr lang="fr-FR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iewing</a:t>
            </a:r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lang="fr-F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</a:t>
            </a: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maging</a:t>
            </a:r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lang="fr-F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</a:t>
            </a: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latform</a:t>
            </a:r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DD6F4B8-9F34-4C2C-B716-EB10F72BD339}"/>
              </a:ext>
            </a:extLst>
          </p:cNvPr>
          <p:cNvSpPr txBox="1"/>
          <p:nvPr/>
        </p:nvSpPr>
        <p:spPr>
          <a:xfrm>
            <a:off x="3167151" y="2543403"/>
            <a:ext cx="2971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kern="150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THERMAVIP </a:t>
            </a:r>
          </a:p>
        </p:txBody>
      </p:sp>
      <p:sp>
        <p:nvSpPr>
          <p:cNvPr id="9" name="Rectangle : avec coin rogné 3">
            <a:extLst>
              <a:ext uri="{FF2B5EF4-FFF2-40B4-BE49-F238E27FC236}">
                <a16:creationId xmlns:a16="http://schemas.microsoft.com/office/drawing/2014/main" id="{4235E02F-EA39-4F44-BE72-4CD0A741EA64}"/>
              </a:ext>
            </a:extLst>
          </p:cNvPr>
          <p:cNvSpPr/>
          <p:nvPr/>
        </p:nvSpPr>
        <p:spPr>
          <a:xfrm>
            <a:off x="2804168" y="4126438"/>
            <a:ext cx="2824328" cy="545315"/>
          </a:xfrm>
          <a:prstGeom prst="snip1Rect">
            <a:avLst>
              <a:gd name="adj" fmla="val 5556"/>
            </a:avLst>
          </a:prstGeom>
          <a:solidFill>
            <a:srgbClr val="2D2D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DD6F4B8-9F34-4C2C-B716-EB10F72BD339}"/>
              </a:ext>
            </a:extLst>
          </p:cNvPr>
          <p:cNvSpPr txBox="1"/>
          <p:nvPr/>
        </p:nvSpPr>
        <p:spPr>
          <a:xfrm>
            <a:off x="3321653" y="4185451"/>
            <a:ext cx="127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ThermaVIP</a:t>
            </a:r>
            <a:r>
              <a:rPr lang="fr-FR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riangle rectangle 12">
            <a:extLst>
              <a:ext uri="{FF2B5EF4-FFF2-40B4-BE49-F238E27FC236}">
                <a16:creationId xmlns:a16="http://schemas.microsoft.com/office/drawing/2014/main" id="{0336BF78-C525-4143-87D2-2A722A01C007}"/>
              </a:ext>
            </a:extLst>
          </p:cNvPr>
          <p:cNvSpPr/>
          <p:nvPr/>
        </p:nvSpPr>
        <p:spPr>
          <a:xfrm>
            <a:off x="5533929" y="4127379"/>
            <a:ext cx="95136" cy="93927"/>
          </a:xfrm>
          <a:prstGeom prst="rt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970" y="4248398"/>
            <a:ext cx="357112" cy="289032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35" y="4258305"/>
            <a:ext cx="403097" cy="250233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77" y="4217336"/>
            <a:ext cx="384160" cy="36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50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avec coin rogné 3">
            <a:extLst>
              <a:ext uri="{FF2B5EF4-FFF2-40B4-BE49-F238E27FC236}">
                <a16:creationId xmlns:a16="http://schemas.microsoft.com/office/drawing/2014/main" id="{1A48517B-2A23-4B90-8623-97E3232264C3}"/>
              </a:ext>
            </a:extLst>
          </p:cNvPr>
          <p:cNvSpPr/>
          <p:nvPr/>
        </p:nvSpPr>
        <p:spPr>
          <a:xfrm>
            <a:off x="269486" y="188652"/>
            <a:ext cx="2824328" cy="1697927"/>
          </a:xfrm>
          <a:prstGeom prst="snip1Rect">
            <a:avLst>
              <a:gd name="adj" fmla="val 5556"/>
            </a:avLst>
          </a:prstGeom>
          <a:solidFill>
            <a:srgbClr val="2D2D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BEFE5FD-3E8C-4997-903E-86C958A78C99}"/>
              </a:ext>
            </a:extLst>
          </p:cNvPr>
          <p:cNvSpPr txBox="1"/>
          <p:nvPr/>
        </p:nvSpPr>
        <p:spPr>
          <a:xfrm>
            <a:off x="581895" y="301240"/>
            <a:ext cx="1272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ThermaVIP</a:t>
            </a:r>
            <a:r>
              <a:rPr lang="fr-FR" sz="1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7A15570-3C09-46FC-8F0E-F95A8B754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28" y="570866"/>
            <a:ext cx="98680" cy="17033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2A3B426-68CC-417B-BFAE-AF000FD2A45D}"/>
              </a:ext>
            </a:extLst>
          </p:cNvPr>
          <p:cNvSpPr txBox="1"/>
          <p:nvPr/>
        </p:nvSpPr>
        <p:spPr>
          <a:xfrm>
            <a:off x="330096" y="523512"/>
            <a:ext cx="12573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ITER </a:t>
            </a:r>
            <a:r>
              <a:rPr lang="fr-FR" sz="105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edition</a:t>
            </a:r>
            <a:r>
              <a:rPr lang="fr-FR" sz="105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2025</a:t>
            </a:r>
          </a:p>
        </p:txBody>
      </p:sp>
      <p:sp>
        <p:nvSpPr>
          <p:cNvPr id="8" name="Triangle rectangle 7">
            <a:extLst>
              <a:ext uri="{FF2B5EF4-FFF2-40B4-BE49-F238E27FC236}">
                <a16:creationId xmlns:a16="http://schemas.microsoft.com/office/drawing/2014/main" id="{2DD28110-336B-4A05-81F8-78947C8CDF0E}"/>
              </a:ext>
            </a:extLst>
          </p:cNvPr>
          <p:cNvSpPr/>
          <p:nvPr/>
        </p:nvSpPr>
        <p:spPr>
          <a:xfrm>
            <a:off x="2999247" y="189593"/>
            <a:ext cx="95136" cy="93927"/>
          </a:xfrm>
          <a:prstGeom prst="rt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D67EBD-F4A3-408B-B7F4-16498F781B98}"/>
              </a:ext>
            </a:extLst>
          </p:cNvPr>
          <p:cNvSpPr/>
          <p:nvPr/>
        </p:nvSpPr>
        <p:spPr>
          <a:xfrm>
            <a:off x="370008" y="1460334"/>
            <a:ext cx="7505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CEA/IRFM</a:t>
            </a:r>
          </a:p>
          <a:p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All </a:t>
            </a:r>
            <a:r>
              <a:rPr lang="fr-FR" sz="6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rights</a:t>
            </a:r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fr-FR" sz="6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reserved</a:t>
            </a:r>
            <a:endParaRPr lang="fr-FR" sz="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B7A9E82-9F28-4FD2-A836-450027BFE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531" y="1460334"/>
            <a:ext cx="357112" cy="28903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D7801F6-1461-4794-9CBF-3BFF38AC4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001" y="1477615"/>
            <a:ext cx="403097" cy="25023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7609141-60F0-4F75-A6A8-3BB22C86E6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06" y="366732"/>
            <a:ext cx="214872" cy="20402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351FAF5-AD6A-4D20-8FE0-684DF88806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1933" y="1460334"/>
            <a:ext cx="532927" cy="265376"/>
          </a:xfrm>
          <a:prstGeom prst="rect">
            <a:avLst/>
          </a:prstGeom>
        </p:spPr>
      </p:pic>
      <p:sp>
        <p:nvSpPr>
          <p:cNvPr id="13" name="Rectangle : avec coin rogné 12">
            <a:extLst>
              <a:ext uri="{FF2B5EF4-FFF2-40B4-BE49-F238E27FC236}">
                <a16:creationId xmlns:a16="http://schemas.microsoft.com/office/drawing/2014/main" id="{F2BD7396-4142-4FAA-86A1-3D35F83A0CBC}"/>
              </a:ext>
            </a:extLst>
          </p:cNvPr>
          <p:cNvSpPr/>
          <p:nvPr/>
        </p:nvSpPr>
        <p:spPr>
          <a:xfrm>
            <a:off x="5731829" y="2580036"/>
            <a:ext cx="2824328" cy="1697927"/>
          </a:xfrm>
          <a:prstGeom prst="snip1Rect">
            <a:avLst>
              <a:gd name="adj" fmla="val 5556"/>
            </a:avLst>
          </a:prstGeom>
          <a:solidFill>
            <a:srgbClr val="2D2D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C624550-1415-4908-8F8E-8230E3D8E80D}"/>
              </a:ext>
            </a:extLst>
          </p:cNvPr>
          <p:cNvSpPr txBox="1"/>
          <p:nvPr/>
        </p:nvSpPr>
        <p:spPr>
          <a:xfrm>
            <a:off x="6044238" y="2698974"/>
            <a:ext cx="1272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ThermaVIP</a:t>
            </a:r>
            <a:r>
              <a:rPr lang="fr-FR" sz="14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BED6411-DEE5-4CE4-80BD-C48CE1CE2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671" y="2968600"/>
            <a:ext cx="98680" cy="17033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DE9569CF-20A8-4C28-B8A8-6C9E69A0C3D4}"/>
              </a:ext>
            </a:extLst>
          </p:cNvPr>
          <p:cNvSpPr txBox="1"/>
          <p:nvPr/>
        </p:nvSpPr>
        <p:spPr>
          <a:xfrm>
            <a:off x="5792439" y="2921246"/>
            <a:ext cx="12573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W7-X </a:t>
            </a:r>
            <a:r>
              <a:rPr lang="fr-FR" sz="105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edition</a:t>
            </a:r>
            <a:r>
              <a:rPr lang="fr-FR" sz="105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2025</a:t>
            </a:r>
          </a:p>
        </p:txBody>
      </p:sp>
      <p:sp>
        <p:nvSpPr>
          <p:cNvPr id="18" name="Triangle rectangle 17">
            <a:extLst>
              <a:ext uri="{FF2B5EF4-FFF2-40B4-BE49-F238E27FC236}">
                <a16:creationId xmlns:a16="http://schemas.microsoft.com/office/drawing/2014/main" id="{24532917-913F-40F1-BD43-F6A58514D7E5}"/>
              </a:ext>
            </a:extLst>
          </p:cNvPr>
          <p:cNvSpPr/>
          <p:nvPr/>
        </p:nvSpPr>
        <p:spPr>
          <a:xfrm>
            <a:off x="8461590" y="2580977"/>
            <a:ext cx="95136" cy="93927"/>
          </a:xfrm>
          <a:prstGeom prst="rt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BD0746-5EE3-4B88-BDB8-F05B961936A8}"/>
              </a:ext>
            </a:extLst>
          </p:cNvPr>
          <p:cNvSpPr/>
          <p:nvPr/>
        </p:nvSpPr>
        <p:spPr>
          <a:xfrm>
            <a:off x="5832351" y="3851718"/>
            <a:ext cx="7505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© CEA/IRFM</a:t>
            </a:r>
          </a:p>
          <a:p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All </a:t>
            </a:r>
            <a:r>
              <a:rPr lang="fr-FR" sz="6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rights</a:t>
            </a:r>
            <a:r>
              <a:rPr lang="fr-FR" sz="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fr-FR" sz="600" dirty="0" err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reserved</a:t>
            </a:r>
            <a:endParaRPr lang="fr-FR" sz="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2DC4630C-39F2-4CD5-81B6-65C790F44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874" y="3851718"/>
            <a:ext cx="357112" cy="28903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06B994AE-956A-4903-83C5-029C6EAE71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344" y="3868999"/>
            <a:ext cx="403097" cy="25023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D1C60995-EB7E-4023-A1E0-62231A6C90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049" y="2764466"/>
            <a:ext cx="214872" cy="20402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E6B9CF5-0223-44B4-B370-34DE3F0098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435" y="2649470"/>
            <a:ext cx="983989" cy="61226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702BF584-0C40-4C96-9417-D90AB5ED79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3756" y="2461836"/>
            <a:ext cx="3237805" cy="2103659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A36FCC4-0265-4F11-879F-9E0C71AB30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7005" y="3770442"/>
            <a:ext cx="439550" cy="43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560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10516</TotalTime>
  <Words>65</Words>
  <Application>Microsoft Office PowerPoint</Application>
  <PresentationFormat>Grand écran</PresentationFormat>
  <Paragraphs>33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Arial Narrow</vt:lpstr>
      <vt:lpstr>Calibri</vt:lpstr>
      <vt:lpstr>Calibri Light</vt:lpstr>
      <vt:lpstr>Verdana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Victor Moncada</dc:creator>
  <cp:lastModifiedBy>MONCADA Victor 213788</cp:lastModifiedBy>
  <cp:revision>46</cp:revision>
  <dcterms:created xsi:type="dcterms:W3CDTF">2017-08-04T12:26:38Z</dcterms:created>
  <dcterms:modified xsi:type="dcterms:W3CDTF">2026-05-07T09:35:09Z</dcterms:modified>
</cp:coreProperties>
</file>