
<file path=[Content_Types].xml><?xml version="1.0" encoding="utf-8"?>
<Types xmlns="http://schemas.openxmlformats.org/package/2006/content-types">
  <Default Extension="jfif" ContentType="image/jpeg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5050"/>
    <a:srgbClr val="2D2D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125" d="100"/>
          <a:sy n="125" d="100"/>
        </p:scale>
        <p:origin x="-30" y="-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A157AAD-9858-488C-9DB9-FD4E4E2A1D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AE5CDFAB-641D-4281-BA7E-EAC1EDAC83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Modifier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D3B11DE-76F3-4C32-A688-F25136DF01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5F3F3F-3E05-4475-BDF7-9F1F10448BC5}" type="datetimeFigureOut">
              <a:rPr lang="fr-FR" smtClean="0"/>
              <a:t>19/11/2025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8F901E2-A05F-4DA1-BA01-FA5EAF078D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0B000C3-EABD-4A99-B27C-8A9FE357B2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3C79F-0E4D-423C-AEBE-423285F792F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681087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B5C0438-6480-4C12-9F71-68D83F00F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71BA40D-D262-4EBF-BAB4-0CBC0F5CE1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4746313-989D-410F-9E4D-65D61F4EE1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5F3F3F-3E05-4475-BDF7-9F1F10448BC5}" type="datetimeFigureOut">
              <a:rPr lang="fr-FR" smtClean="0"/>
              <a:t>19/11/2025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788EA96-5542-41D4-87CF-C84537D5C0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35DD820-BC93-46C7-A8EB-0E9DDC33CF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3C79F-0E4D-423C-AEBE-423285F792F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521121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B7670BF-F5C8-439D-8505-1FEB6361C7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CB32E4E-9381-4DFC-BF23-FCB09841A8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826D45C-0B29-413E-A83C-55C9F2F2DC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5F3F3F-3E05-4475-BDF7-9F1F10448BC5}" type="datetimeFigureOut">
              <a:rPr lang="fr-FR" smtClean="0"/>
              <a:t>19/11/2025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DFD5DA4-02DC-4C3B-8749-27E35122ED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B884CF5-D991-48C6-820D-13327A749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3C79F-0E4D-423C-AEBE-423285F792F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534092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F7D98C6-68FC-42A1-9131-0FA358004D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591509F-9EEB-405E-81D9-C46108A8E8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93DB5E10-FD00-4EDC-90B4-A8BD3B15D5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67A16E1-6C06-48B7-8E89-E64424C306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5F3F3F-3E05-4475-BDF7-9F1F10448BC5}" type="datetimeFigureOut">
              <a:rPr lang="fr-FR" smtClean="0"/>
              <a:t>19/11/2025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6D84E50-45ED-4780-9003-1F7FC851B4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04687EEA-5C0E-495C-BD5C-A84DDB861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3C79F-0E4D-423C-AEBE-423285F792F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315757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F99638F-F160-4022-B20B-7D2C239961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9FF8291-2C24-4909-BF62-C252F35B92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FF30EBB-70DF-4717-9E4E-CD3ACCE783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FBC39FA-07D1-415C-B419-02A72E6D85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400DBA3B-2D73-4C44-A0F8-9B882EF9E96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55081133-C337-416D-8406-7D63A4E03E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5F3F3F-3E05-4475-BDF7-9F1F10448BC5}" type="datetimeFigureOut">
              <a:rPr lang="fr-FR" smtClean="0"/>
              <a:t>19/11/2025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3DD76FEF-534E-42D2-A141-5595C08680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33882564-CB99-4926-A361-9FA194B224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3C79F-0E4D-423C-AEBE-423285F792F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538606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F01A488-F492-4CEB-997B-ED49A66FF4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6F36610D-2E3E-487F-B8F6-6F2E4C13A7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5F3F3F-3E05-4475-BDF7-9F1F10448BC5}" type="datetimeFigureOut">
              <a:rPr lang="fr-FR" smtClean="0"/>
              <a:t>19/11/2025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7DD3B8E7-99A5-4939-A19C-69FB0423B0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FD23503-3A4F-492A-9D86-99AE483104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3C79F-0E4D-423C-AEBE-423285F792F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992173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334A0C34-626C-4530-9049-563C0333A1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5F3F3F-3E05-4475-BDF7-9F1F10448BC5}" type="datetimeFigureOut">
              <a:rPr lang="fr-FR" smtClean="0"/>
              <a:t>19/11/2025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3291FF92-EB4B-42E1-BD20-5953C065C1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55D6B27-785B-44EB-9D24-0FE126B4D9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3C79F-0E4D-423C-AEBE-423285F792F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436857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036E3AC-FAFD-4F5F-83D0-C96EA60F9E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C5169DA-725E-487D-A79D-16DCC78B87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1C7BB88E-3357-4F15-8322-4987FC84A1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14CE11DE-3153-417C-B6A3-77239CCFF8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5F3F3F-3E05-4475-BDF7-9F1F10448BC5}" type="datetimeFigureOut">
              <a:rPr lang="fr-FR" smtClean="0"/>
              <a:t>19/11/2025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D30656A-7A41-4038-8BDB-385E430C3D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351C0BC-EC37-4D98-976F-992744B354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3C79F-0E4D-423C-AEBE-423285F792F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317844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E5561DD-D0D1-4359-832A-96CE619C87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3AFF24F1-E0CB-42D1-BA90-247B2BC238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CF7F5C43-21A3-4554-B524-72828F2DD6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F3C20D4-89E4-4EE8-9E03-F09ADB4EFC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5F3F3F-3E05-4475-BDF7-9F1F10448BC5}" type="datetimeFigureOut">
              <a:rPr lang="fr-FR" smtClean="0"/>
              <a:t>19/11/2025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3D92393-60C3-444D-8C8D-75EDC0243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BA56F390-B224-4741-AA85-1CC37B889C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3C79F-0E4D-423C-AEBE-423285F792F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351837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23B6FF7-7E11-4E22-AE42-8697C203B3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296FFE1A-042B-4D7B-82A0-0FEA1DC278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893D8E7-C142-4487-AB28-EF81390FF8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5F3F3F-3E05-4475-BDF7-9F1F10448BC5}" type="datetimeFigureOut">
              <a:rPr lang="fr-FR" smtClean="0"/>
              <a:t>19/11/2025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30B16A1-C680-4782-88D5-A40820E2A5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ABD5E8A-8C71-435B-AA8E-49E08C0514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3C79F-0E4D-423C-AEBE-423285F792F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259073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5D29A3E7-214B-46FD-9234-B4087D07975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D9029E2B-22F0-4777-BDAE-1ECEA56DBC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36F52E0-2DFA-4379-852B-C607EFE7E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5F3F3F-3E05-4475-BDF7-9F1F10448BC5}" type="datetimeFigureOut">
              <a:rPr lang="fr-FR" smtClean="0"/>
              <a:t>19/11/2025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989EF21-9447-4661-BA56-3B5DA26C2F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6C04EE4-5DAE-4F21-B539-429C75F81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3C79F-0E4D-423C-AEBE-423285F792F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460661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662F36C7-006D-4183-8D1C-678D11B82A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93EE7CA-C023-4C4A-A8BE-3C9E52886C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8ACEDEE-59E5-4453-8609-C97796FAEAB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5F3F3F-3E05-4475-BDF7-9F1F10448BC5}" type="datetimeFigureOut">
              <a:rPr lang="fr-FR" smtClean="0"/>
              <a:t>19/11/2025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B35DB7A-A7E6-45D4-B167-7832B924F96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AC70C1B-AD4A-472A-BA2F-B14BE141F9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93C79F-0E4D-423C-AEBE-423285F792F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810813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jfif"/><Relationship Id="rId3" Type="http://schemas.openxmlformats.org/officeDocument/2006/relationships/image" Target="../media/image17.png"/><Relationship Id="rId7" Type="http://schemas.openxmlformats.org/officeDocument/2006/relationships/image" Target="../media/image1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jpg"/><Relationship Id="rId4" Type="http://schemas.openxmlformats.org/officeDocument/2006/relationships/image" Target="../media/image18.jfif"/><Relationship Id="rId9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11.png"/><Relationship Id="rId7" Type="http://schemas.openxmlformats.org/officeDocument/2006/relationships/image" Target="../media/image2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Relationship Id="rId9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 : avec coin rogné 3">
            <a:extLst>
              <a:ext uri="{FF2B5EF4-FFF2-40B4-BE49-F238E27FC236}">
                <a16:creationId xmlns:a16="http://schemas.microsoft.com/office/drawing/2014/main" id="{4235E02F-EA39-4F44-BE72-4CD0A741EA64}"/>
              </a:ext>
            </a:extLst>
          </p:cNvPr>
          <p:cNvSpPr/>
          <p:nvPr/>
        </p:nvSpPr>
        <p:spPr>
          <a:xfrm>
            <a:off x="4333710" y="859536"/>
            <a:ext cx="2824328" cy="1697927"/>
          </a:xfrm>
          <a:prstGeom prst="snip1Rect">
            <a:avLst>
              <a:gd name="adj" fmla="val 5556"/>
            </a:avLst>
          </a:prstGeom>
          <a:solidFill>
            <a:srgbClr val="2D2D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1DD6F4B8-9F34-4C2C-B716-EB10F72BD339}"/>
              </a:ext>
            </a:extLst>
          </p:cNvPr>
          <p:cNvSpPr txBox="1"/>
          <p:nvPr/>
        </p:nvSpPr>
        <p:spPr>
          <a:xfrm>
            <a:off x="4646119" y="972124"/>
            <a:ext cx="127257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b="1" dirty="0" err="1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ThermaVIP</a:t>
            </a:r>
            <a:r>
              <a:rPr lang="fr-FR" sz="1400" b="1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 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FCBE06BC-9C28-4D76-88BA-9E1DAF0D5D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7886" y="4242268"/>
            <a:ext cx="4023027" cy="2176092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77743310-56F6-461D-80CB-F6071C359118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93752" y="1316888"/>
            <a:ext cx="494322" cy="388289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E269B5D4-14F0-4984-8B15-E2D0EEE7C1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2722" y="3398361"/>
            <a:ext cx="2080465" cy="192510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79FB24EE-1B0C-4792-B673-4A4C44A86B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80342" y="3665266"/>
            <a:ext cx="2456066" cy="83882"/>
          </a:xfrm>
          <a:prstGeom prst="rect">
            <a:avLst/>
          </a:prstGeom>
        </p:spPr>
      </p:pic>
      <p:cxnSp>
        <p:nvCxnSpPr>
          <p:cNvPr id="20" name="Connecteur droit 19">
            <a:extLst>
              <a:ext uri="{FF2B5EF4-FFF2-40B4-BE49-F238E27FC236}">
                <a16:creationId xmlns:a16="http://schemas.microsoft.com/office/drawing/2014/main" id="{662858C4-4381-41AB-ACF4-F42942B2112C}"/>
              </a:ext>
            </a:extLst>
          </p:cNvPr>
          <p:cNvCxnSpPr>
            <a:cxnSpLocks/>
          </p:cNvCxnSpPr>
          <p:nvPr/>
        </p:nvCxnSpPr>
        <p:spPr>
          <a:xfrm>
            <a:off x="7301237" y="3833909"/>
            <a:ext cx="846933" cy="0"/>
          </a:xfrm>
          <a:prstGeom prst="line">
            <a:avLst/>
          </a:prstGeom>
          <a:ln w="12700">
            <a:solidFill>
              <a:srgbClr val="FF5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" name="Image 21">
            <a:extLst>
              <a:ext uri="{FF2B5EF4-FFF2-40B4-BE49-F238E27FC236}">
                <a16:creationId xmlns:a16="http://schemas.microsoft.com/office/drawing/2014/main" id="{4FC8337D-6869-48B3-8389-B62C656CA2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35552" y="1241750"/>
            <a:ext cx="98680" cy="170330"/>
          </a:xfrm>
          <a:prstGeom prst="rect">
            <a:avLst/>
          </a:prstGeom>
        </p:spPr>
      </p:pic>
      <p:sp>
        <p:nvSpPr>
          <p:cNvPr id="24" name="ZoneTexte 23">
            <a:extLst>
              <a:ext uri="{FF2B5EF4-FFF2-40B4-BE49-F238E27FC236}">
                <a16:creationId xmlns:a16="http://schemas.microsoft.com/office/drawing/2014/main" id="{C2DF1E40-A8E0-4057-8C60-3DBEFDADAAE7}"/>
              </a:ext>
            </a:extLst>
          </p:cNvPr>
          <p:cNvSpPr txBox="1"/>
          <p:nvPr/>
        </p:nvSpPr>
        <p:spPr>
          <a:xfrm>
            <a:off x="4394320" y="1194396"/>
            <a:ext cx="125733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5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EAST </a:t>
            </a:r>
            <a:r>
              <a:rPr lang="fr-FR" sz="1050" dirty="0" err="1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edition</a:t>
            </a:r>
            <a:r>
              <a:rPr lang="fr-FR" sz="105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 2022</a:t>
            </a:r>
          </a:p>
        </p:txBody>
      </p:sp>
      <p:pic>
        <p:nvPicPr>
          <p:cNvPr id="29" name="Image 28">
            <a:extLst>
              <a:ext uri="{FF2B5EF4-FFF2-40B4-BE49-F238E27FC236}">
                <a16:creationId xmlns:a16="http://schemas.microsoft.com/office/drawing/2014/main" id="{0849F556-874A-452D-A235-617ED44FE0E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79672" y="1189571"/>
            <a:ext cx="536818" cy="511255"/>
          </a:xfrm>
          <a:prstGeom prst="rect">
            <a:avLst/>
          </a:prstGeom>
        </p:spPr>
      </p:pic>
      <p:pic>
        <p:nvPicPr>
          <p:cNvPr id="30" name="Image 29">
            <a:extLst>
              <a:ext uri="{FF2B5EF4-FFF2-40B4-BE49-F238E27FC236}">
                <a16:creationId xmlns:a16="http://schemas.microsoft.com/office/drawing/2014/main" id="{63D79226-EA61-4976-8C22-FD2EF13D836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46840" y="3030616"/>
            <a:ext cx="602482" cy="573792"/>
          </a:xfrm>
          <a:prstGeom prst="rect">
            <a:avLst/>
          </a:prstGeom>
        </p:spPr>
      </p:pic>
      <p:pic>
        <p:nvPicPr>
          <p:cNvPr id="32" name="Image 31">
            <a:extLst>
              <a:ext uri="{FF2B5EF4-FFF2-40B4-BE49-F238E27FC236}">
                <a16:creationId xmlns:a16="http://schemas.microsoft.com/office/drawing/2014/main" id="{8D2025BF-9B4D-4720-8578-1AE767DBF39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54716" y="2958724"/>
            <a:ext cx="431597" cy="411045"/>
          </a:xfrm>
          <a:prstGeom prst="rect">
            <a:avLst/>
          </a:prstGeom>
        </p:spPr>
      </p:pic>
      <p:pic>
        <p:nvPicPr>
          <p:cNvPr id="33" name="Image 32">
            <a:extLst>
              <a:ext uri="{FF2B5EF4-FFF2-40B4-BE49-F238E27FC236}">
                <a16:creationId xmlns:a16="http://schemas.microsoft.com/office/drawing/2014/main" id="{8807BB0E-D06D-4F87-AC48-C8C77BAF5A4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70602" y="3285384"/>
            <a:ext cx="464555" cy="442433"/>
          </a:xfrm>
          <a:prstGeom prst="rect">
            <a:avLst/>
          </a:prstGeom>
        </p:spPr>
      </p:pic>
      <p:pic>
        <p:nvPicPr>
          <p:cNvPr id="36" name="Image 35">
            <a:extLst>
              <a:ext uri="{FF2B5EF4-FFF2-40B4-BE49-F238E27FC236}">
                <a16:creationId xmlns:a16="http://schemas.microsoft.com/office/drawing/2014/main" id="{44E34F72-AAB0-4448-BB8E-42733D6CF4A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7509" y="2023890"/>
            <a:ext cx="2868899" cy="491657"/>
          </a:xfrm>
          <a:prstGeom prst="rect">
            <a:avLst/>
          </a:prstGeom>
        </p:spPr>
      </p:pic>
      <p:sp>
        <p:nvSpPr>
          <p:cNvPr id="38" name="Triangle rectangle 37">
            <a:extLst>
              <a:ext uri="{FF2B5EF4-FFF2-40B4-BE49-F238E27FC236}">
                <a16:creationId xmlns:a16="http://schemas.microsoft.com/office/drawing/2014/main" id="{0336BF78-C525-4143-87D2-2A722A01C007}"/>
              </a:ext>
            </a:extLst>
          </p:cNvPr>
          <p:cNvSpPr/>
          <p:nvPr/>
        </p:nvSpPr>
        <p:spPr>
          <a:xfrm>
            <a:off x="7063471" y="860477"/>
            <a:ext cx="95136" cy="93927"/>
          </a:xfrm>
          <a:prstGeom prst="rtTriangle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8" name="Rectangle : avec coin rogné 17">
            <a:extLst>
              <a:ext uri="{FF2B5EF4-FFF2-40B4-BE49-F238E27FC236}">
                <a16:creationId xmlns:a16="http://schemas.microsoft.com/office/drawing/2014/main" id="{00C27CCA-8363-431C-95D4-6016E803D159}"/>
              </a:ext>
            </a:extLst>
          </p:cNvPr>
          <p:cNvSpPr/>
          <p:nvPr/>
        </p:nvSpPr>
        <p:spPr>
          <a:xfrm>
            <a:off x="591048" y="3900926"/>
            <a:ext cx="3158274" cy="2066544"/>
          </a:xfrm>
          <a:prstGeom prst="snip1Rect">
            <a:avLst>
              <a:gd name="adj" fmla="val 5556"/>
            </a:avLst>
          </a:prstGeom>
          <a:solidFill>
            <a:srgbClr val="2D2D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96C1B7B7-C852-4155-B20A-F5102A212A56}"/>
              </a:ext>
            </a:extLst>
          </p:cNvPr>
          <p:cNvSpPr txBox="1"/>
          <p:nvPr/>
        </p:nvSpPr>
        <p:spPr>
          <a:xfrm>
            <a:off x="768339" y="3940996"/>
            <a:ext cx="12725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 err="1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ThermaVIP</a:t>
            </a:r>
            <a:r>
              <a:rPr lang="fr-FR" sz="1600" b="1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 </a:t>
            </a:r>
          </a:p>
        </p:txBody>
      </p:sp>
      <p:pic>
        <p:nvPicPr>
          <p:cNvPr id="21" name="Image 20">
            <a:extLst>
              <a:ext uri="{FF2B5EF4-FFF2-40B4-BE49-F238E27FC236}">
                <a16:creationId xmlns:a16="http://schemas.microsoft.com/office/drawing/2014/main" id="{53623696-EB35-4410-B756-6EA5E720A67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2889" y="4242714"/>
            <a:ext cx="122149" cy="239410"/>
          </a:xfrm>
          <a:prstGeom prst="rect">
            <a:avLst/>
          </a:prstGeom>
        </p:spPr>
      </p:pic>
      <p:sp>
        <p:nvSpPr>
          <p:cNvPr id="23" name="ZoneTexte 22">
            <a:extLst>
              <a:ext uri="{FF2B5EF4-FFF2-40B4-BE49-F238E27FC236}">
                <a16:creationId xmlns:a16="http://schemas.microsoft.com/office/drawing/2014/main" id="{20F9936C-728D-421A-803A-12B248C12DC7}"/>
              </a:ext>
            </a:extLst>
          </p:cNvPr>
          <p:cNvSpPr txBox="1"/>
          <p:nvPr/>
        </p:nvSpPr>
        <p:spPr>
          <a:xfrm>
            <a:off x="783579" y="4227473"/>
            <a:ext cx="125733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ARSA </a:t>
            </a:r>
            <a:r>
              <a:rPr lang="fr-FR" sz="1100" dirty="0" err="1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edition</a:t>
            </a:r>
            <a:endParaRPr lang="fr-FR" sz="1100" dirty="0">
              <a:solidFill>
                <a:schemeClr val="bg1"/>
              </a:solidFill>
              <a:latin typeface="+mj-lt"/>
              <a:cs typeface="Arial" panose="020B0604020202020204" pitchFamily="34" charset="0"/>
            </a:endParaRPr>
          </a:p>
        </p:txBody>
      </p:sp>
      <p:pic>
        <p:nvPicPr>
          <p:cNvPr id="25" name="Image 24">
            <a:extLst>
              <a:ext uri="{FF2B5EF4-FFF2-40B4-BE49-F238E27FC236}">
                <a16:creationId xmlns:a16="http://schemas.microsoft.com/office/drawing/2014/main" id="{BF6F38D0-9A7D-43B1-BAA7-53DD1D0BB496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9099" y="5290053"/>
            <a:ext cx="2868899" cy="491657"/>
          </a:xfrm>
          <a:prstGeom prst="rect">
            <a:avLst/>
          </a:prstGeom>
        </p:spPr>
      </p:pic>
      <p:sp>
        <p:nvSpPr>
          <p:cNvPr id="26" name="Triangle rectangle 25">
            <a:extLst>
              <a:ext uri="{FF2B5EF4-FFF2-40B4-BE49-F238E27FC236}">
                <a16:creationId xmlns:a16="http://schemas.microsoft.com/office/drawing/2014/main" id="{3669CEC6-76D9-4141-AC0A-6D731AD6F6EE}"/>
              </a:ext>
            </a:extLst>
          </p:cNvPr>
          <p:cNvSpPr/>
          <p:nvPr/>
        </p:nvSpPr>
        <p:spPr>
          <a:xfrm>
            <a:off x="3620852" y="3899486"/>
            <a:ext cx="126000" cy="126000"/>
          </a:xfrm>
          <a:prstGeom prst="rtTriangle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7" name="Rectangle : avec coin rogné 17">
            <a:extLst>
              <a:ext uri="{FF2B5EF4-FFF2-40B4-BE49-F238E27FC236}">
                <a16:creationId xmlns:a16="http://schemas.microsoft.com/office/drawing/2014/main" id="{00C27CCA-8363-431C-95D4-6016E803D159}"/>
              </a:ext>
            </a:extLst>
          </p:cNvPr>
          <p:cNvSpPr/>
          <p:nvPr/>
        </p:nvSpPr>
        <p:spPr>
          <a:xfrm>
            <a:off x="8888074" y="4351816"/>
            <a:ext cx="3158274" cy="2066544"/>
          </a:xfrm>
          <a:prstGeom prst="snip1Rect">
            <a:avLst>
              <a:gd name="adj" fmla="val 5556"/>
            </a:avLst>
          </a:prstGeom>
          <a:solidFill>
            <a:srgbClr val="2D2D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96C1B7B7-C852-4155-B20A-F5102A212A56}"/>
              </a:ext>
            </a:extLst>
          </p:cNvPr>
          <p:cNvSpPr txBox="1"/>
          <p:nvPr/>
        </p:nvSpPr>
        <p:spPr>
          <a:xfrm>
            <a:off x="9065365" y="4391886"/>
            <a:ext cx="12725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 err="1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ThermaVIP</a:t>
            </a:r>
            <a:r>
              <a:rPr lang="fr-FR" sz="1600" b="1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 </a:t>
            </a:r>
          </a:p>
        </p:txBody>
      </p:sp>
      <p:pic>
        <p:nvPicPr>
          <p:cNvPr id="31" name="Image 30">
            <a:extLst>
              <a:ext uri="{FF2B5EF4-FFF2-40B4-BE49-F238E27FC236}">
                <a16:creationId xmlns:a16="http://schemas.microsoft.com/office/drawing/2014/main" id="{53623696-EB35-4410-B756-6EA5E720A67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89915" y="4693604"/>
            <a:ext cx="122149" cy="239410"/>
          </a:xfrm>
          <a:prstGeom prst="rect">
            <a:avLst/>
          </a:prstGeom>
        </p:spPr>
      </p:pic>
      <p:sp>
        <p:nvSpPr>
          <p:cNvPr id="34" name="ZoneTexte 33">
            <a:extLst>
              <a:ext uri="{FF2B5EF4-FFF2-40B4-BE49-F238E27FC236}">
                <a16:creationId xmlns:a16="http://schemas.microsoft.com/office/drawing/2014/main" id="{20F9936C-728D-421A-803A-12B248C12DC7}"/>
              </a:ext>
            </a:extLst>
          </p:cNvPr>
          <p:cNvSpPr txBox="1"/>
          <p:nvPr/>
        </p:nvSpPr>
        <p:spPr>
          <a:xfrm>
            <a:off x="9080605" y="4678363"/>
            <a:ext cx="125733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CODAC </a:t>
            </a:r>
            <a:r>
              <a:rPr lang="fr-FR" sz="1100" dirty="0" err="1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edition</a:t>
            </a:r>
            <a:endParaRPr lang="fr-FR" sz="1100" dirty="0">
              <a:solidFill>
                <a:schemeClr val="bg1"/>
              </a:solidFill>
              <a:latin typeface="+mj-lt"/>
              <a:cs typeface="Arial" panose="020B0604020202020204" pitchFamily="34" charset="0"/>
            </a:endParaRPr>
          </a:p>
        </p:txBody>
      </p:sp>
      <p:pic>
        <p:nvPicPr>
          <p:cNvPr id="35" name="Image 34">
            <a:extLst>
              <a:ext uri="{FF2B5EF4-FFF2-40B4-BE49-F238E27FC236}">
                <a16:creationId xmlns:a16="http://schemas.microsoft.com/office/drawing/2014/main" id="{BF6F38D0-9A7D-43B1-BAA7-53DD1D0BB496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6125" y="5740943"/>
            <a:ext cx="2868899" cy="491657"/>
          </a:xfrm>
          <a:prstGeom prst="rect">
            <a:avLst/>
          </a:prstGeom>
        </p:spPr>
      </p:pic>
      <p:sp>
        <p:nvSpPr>
          <p:cNvPr id="37" name="Triangle rectangle 36">
            <a:extLst>
              <a:ext uri="{FF2B5EF4-FFF2-40B4-BE49-F238E27FC236}">
                <a16:creationId xmlns:a16="http://schemas.microsoft.com/office/drawing/2014/main" id="{3669CEC6-76D9-4141-AC0A-6D731AD6F6EE}"/>
              </a:ext>
            </a:extLst>
          </p:cNvPr>
          <p:cNvSpPr/>
          <p:nvPr/>
        </p:nvSpPr>
        <p:spPr>
          <a:xfrm>
            <a:off x="11917878" y="4350376"/>
            <a:ext cx="126000" cy="126000"/>
          </a:xfrm>
          <a:prstGeom prst="rtTriangle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" name="Rectangle 1"/>
          <p:cNvSpPr/>
          <p:nvPr/>
        </p:nvSpPr>
        <p:spPr>
          <a:xfrm>
            <a:off x="4434232" y="2131218"/>
            <a:ext cx="750526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6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© CEA/IRFM</a:t>
            </a:r>
          </a:p>
          <a:p>
            <a:r>
              <a:rPr lang="fr-FR" sz="6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All </a:t>
            </a:r>
            <a:r>
              <a:rPr lang="fr-FR" sz="600" dirty="0" err="1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rights</a:t>
            </a:r>
            <a:r>
              <a:rPr lang="fr-FR" sz="6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 </a:t>
            </a:r>
            <a:r>
              <a:rPr lang="fr-FR" sz="600" dirty="0" err="1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reserved</a:t>
            </a:r>
            <a:endParaRPr lang="fr-FR" sz="600" dirty="0">
              <a:solidFill>
                <a:schemeClr val="bg1"/>
              </a:solidFill>
              <a:latin typeface="+mj-lt"/>
              <a:cs typeface="Arial" panose="020B0604020202020204" pitchFamily="34" charset="0"/>
            </a:endParaRPr>
          </a:p>
        </p:txBody>
      </p:sp>
      <p:pic>
        <p:nvPicPr>
          <p:cNvPr id="39" name="Image 38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3755" y="2131218"/>
            <a:ext cx="357112" cy="289032"/>
          </a:xfrm>
          <a:prstGeom prst="rect">
            <a:avLst/>
          </a:prstGeom>
        </p:spPr>
      </p:pic>
      <p:pic>
        <p:nvPicPr>
          <p:cNvPr id="40" name="Image 39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7225" y="2148499"/>
            <a:ext cx="403097" cy="250233"/>
          </a:xfrm>
          <a:prstGeom prst="rect">
            <a:avLst/>
          </a:prstGeom>
        </p:spPr>
      </p:pic>
      <p:pic>
        <p:nvPicPr>
          <p:cNvPr id="8" name="Image 7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3930" y="1037616"/>
            <a:ext cx="214872" cy="204020"/>
          </a:xfrm>
          <a:prstGeom prst="rect">
            <a:avLst/>
          </a:prstGeom>
        </p:spPr>
      </p:pic>
      <p:sp>
        <p:nvSpPr>
          <p:cNvPr id="41" name="Rectangle : avec coin rogné 3">
            <a:extLst>
              <a:ext uri="{FF2B5EF4-FFF2-40B4-BE49-F238E27FC236}">
                <a16:creationId xmlns:a16="http://schemas.microsoft.com/office/drawing/2014/main" id="{4235E02F-EA39-4F44-BE72-4CD0A741EA64}"/>
              </a:ext>
            </a:extLst>
          </p:cNvPr>
          <p:cNvSpPr/>
          <p:nvPr/>
        </p:nvSpPr>
        <p:spPr>
          <a:xfrm>
            <a:off x="269486" y="188652"/>
            <a:ext cx="2824328" cy="1697927"/>
          </a:xfrm>
          <a:prstGeom prst="snip1Rect">
            <a:avLst>
              <a:gd name="adj" fmla="val 5556"/>
            </a:avLst>
          </a:prstGeom>
          <a:solidFill>
            <a:srgbClr val="2D2D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1DD6F4B8-9F34-4C2C-B716-EB10F72BD339}"/>
              </a:ext>
            </a:extLst>
          </p:cNvPr>
          <p:cNvSpPr txBox="1"/>
          <p:nvPr/>
        </p:nvSpPr>
        <p:spPr>
          <a:xfrm>
            <a:off x="581895" y="301240"/>
            <a:ext cx="127257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b="1" dirty="0" err="1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ThermaVIP</a:t>
            </a:r>
            <a:r>
              <a:rPr lang="fr-FR" sz="1400" b="1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 </a:t>
            </a:r>
          </a:p>
        </p:txBody>
      </p:sp>
      <p:pic>
        <p:nvPicPr>
          <p:cNvPr id="43" name="Image 42">
            <a:extLst>
              <a:ext uri="{FF2B5EF4-FFF2-40B4-BE49-F238E27FC236}">
                <a16:creationId xmlns:a16="http://schemas.microsoft.com/office/drawing/2014/main" id="{4FC8337D-6869-48B3-8389-B62C656CA2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1328" y="570866"/>
            <a:ext cx="98680" cy="170330"/>
          </a:xfrm>
          <a:prstGeom prst="rect">
            <a:avLst/>
          </a:prstGeom>
        </p:spPr>
      </p:pic>
      <p:sp>
        <p:nvSpPr>
          <p:cNvPr id="44" name="ZoneTexte 43">
            <a:extLst>
              <a:ext uri="{FF2B5EF4-FFF2-40B4-BE49-F238E27FC236}">
                <a16:creationId xmlns:a16="http://schemas.microsoft.com/office/drawing/2014/main" id="{C2DF1E40-A8E0-4057-8C60-3DBEFDADAAE7}"/>
              </a:ext>
            </a:extLst>
          </p:cNvPr>
          <p:cNvSpPr txBox="1"/>
          <p:nvPr/>
        </p:nvSpPr>
        <p:spPr>
          <a:xfrm>
            <a:off x="330096" y="523512"/>
            <a:ext cx="125733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5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WEST </a:t>
            </a:r>
            <a:r>
              <a:rPr lang="fr-FR" sz="1050" dirty="0" err="1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edition</a:t>
            </a:r>
            <a:r>
              <a:rPr lang="fr-FR" sz="105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 2025</a:t>
            </a:r>
          </a:p>
        </p:txBody>
      </p:sp>
      <p:sp>
        <p:nvSpPr>
          <p:cNvPr id="45" name="Triangle rectangle 44">
            <a:extLst>
              <a:ext uri="{FF2B5EF4-FFF2-40B4-BE49-F238E27FC236}">
                <a16:creationId xmlns:a16="http://schemas.microsoft.com/office/drawing/2014/main" id="{0336BF78-C525-4143-87D2-2A722A01C007}"/>
              </a:ext>
            </a:extLst>
          </p:cNvPr>
          <p:cNvSpPr/>
          <p:nvPr/>
        </p:nvSpPr>
        <p:spPr>
          <a:xfrm>
            <a:off x="2999247" y="189593"/>
            <a:ext cx="95136" cy="93927"/>
          </a:xfrm>
          <a:prstGeom prst="rtTriangle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46" name="Rectangle 45"/>
          <p:cNvSpPr/>
          <p:nvPr/>
        </p:nvSpPr>
        <p:spPr>
          <a:xfrm>
            <a:off x="370008" y="1460334"/>
            <a:ext cx="750526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6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© CEA/IRFM</a:t>
            </a:r>
          </a:p>
          <a:p>
            <a:r>
              <a:rPr lang="fr-FR" sz="6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All </a:t>
            </a:r>
            <a:r>
              <a:rPr lang="fr-FR" sz="600" dirty="0" err="1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rights</a:t>
            </a:r>
            <a:r>
              <a:rPr lang="fr-FR" sz="6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 </a:t>
            </a:r>
            <a:r>
              <a:rPr lang="fr-FR" sz="600" dirty="0" err="1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reserved</a:t>
            </a:r>
            <a:endParaRPr lang="fr-FR" sz="600" dirty="0">
              <a:solidFill>
                <a:schemeClr val="bg1"/>
              </a:solidFill>
              <a:latin typeface="+mj-lt"/>
              <a:cs typeface="Arial" panose="020B0604020202020204" pitchFamily="34" charset="0"/>
            </a:endParaRPr>
          </a:p>
        </p:txBody>
      </p:sp>
      <p:pic>
        <p:nvPicPr>
          <p:cNvPr id="47" name="Image 46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9531" y="1460334"/>
            <a:ext cx="357112" cy="289032"/>
          </a:xfrm>
          <a:prstGeom prst="rect">
            <a:avLst/>
          </a:prstGeom>
        </p:spPr>
      </p:pic>
      <p:pic>
        <p:nvPicPr>
          <p:cNvPr id="48" name="Image 47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3001" y="1477615"/>
            <a:ext cx="403097" cy="250233"/>
          </a:xfrm>
          <a:prstGeom prst="rect">
            <a:avLst/>
          </a:prstGeom>
        </p:spPr>
      </p:pic>
      <p:pic>
        <p:nvPicPr>
          <p:cNvPr id="49" name="Image 48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9706" y="366732"/>
            <a:ext cx="214872" cy="204020"/>
          </a:xfrm>
          <a:prstGeom prst="rect">
            <a:avLst/>
          </a:prstGeom>
        </p:spPr>
      </p:pic>
      <p:pic>
        <p:nvPicPr>
          <p:cNvPr id="6" name="Image 5"/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45874" y="2036869"/>
            <a:ext cx="439550" cy="439550"/>
          </a:xfrm>
          <a:prstGeom prst="rect">
            <a:avLst/>
          </a:prstGeom>
        </p:spPr>
      </p:pic>
      <p:sp>
        <p:nvSpPr>
          <p:cNvPr id="3" name="Rectangle à coins arrondis 2"/>
          <p:cNvSpPr/>
          <p:nvPr/>
        </p:nvSpPr>
        <p:spPr>
          <a:xfrm>
            <a:off x="1218184" y="2256644"/>
            <a:ext cx="883105" cy="288016"/>
          </a:xfrm>
          <a:prstGeom prst="round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1" name="Image 50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6949" y="2263940"/>
            <a:ext cx="357112" cy="289032"/>
          </a:xfrm>
          <a:prstGeom prst="rect">
            <a:avLst/>
          </a:prstGeom>
        </p:spPr>
      </p:pic>
      <p:pic>
        <p:nvPicPr>
          <p:cNvPr id="52" name="Image 51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0420" y="2281221"/>
            <a:ext cx="401138" cy="250233"/>
          </a:xfrm>
          <a:prstGeom prst="rect">
            <a:avLst/>
          </a:prstGeom>
        </p:spPr>
      </p:pic>
      <p:sp>
        <p:nvSpPr>
          <p:cNvPr id="53" name="ZoneTexte 52">
            <a:extLst>
              <a:ext uri="{FF2B5EF4-FFF2-40B4-BE49-F238E27FC236}">
                <a16:creationId xmlns:a16="http://schemas.microsoft.com/office/drawing/2014/main" id="{1DD6F4B8-9F34-4C2C-B716-EB10F72BD339}"/>
              </a:ext>
            </a:extLst>
          </p:cNvPr>
          <p:cNvSpPr txBox="1"/>
          <p:nvPr/>
        </p:nvSpPr>
        <p:spPr>
          <a:xfrm>
            <a:off x="5607465" y="2720095"/>
            <a:ext cx="12725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cs typeface="Arial" panose="020B0604020202020204" pitchFamily="34" charset="0"/>
              </a:rPr>
              <a:t>ThermaVIP</a:t>
            </a:r>
            <a:r>
              <a:rPr lang="fr-FR" b="1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cs typeface="Arial" panose="020B0604020202020204" pitchFamily="34" charset="0"/>
              </a:rPr>
              <a:t> </a:t>
            </a:r>
          </a:p>
        </p:txBody>
      </p:sp>
      <p:sp>
        <p:nvSpPr>
          <p:cNvPr id="54" name="ZoneTexte 53">
            <a:extLst>
              <a:ext uri="{FF2B5EF4-FFF2-40B4-BE49-F238E27FC236}">
                <a16:creationId xmlns:a16="http://schemas.microsoft.com/office/drawing/2014/main" id="{1DD6F4B8-9F34-4C2C-B716-EB10F72BD339}"/>
              </a:ext>
            </a:extLst>
          </p:cNvPr>
          <p:cNvSpPr txBox="1"/>
          <p:nvPr/>
        </p:nvSpPr>
        <p:spPr>
          <a:xfrm>
            <a:off x="6148881" y="3563435"/>
            <a:ext cx="12725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kern="1500" spc="1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rPr>
              <a:t>THERMA </a:t>
            </a:r>
          </a:p>
        </p:txBody>
      </p:sp>
      <p:pic>
        <p:nvPicPr>
          <p:cNvPr id="9" name="Image 8"/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0245" y="2968639"/>
            <a:ext cx="381053" cy="381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76004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 : avec coin rogné 3">
            <a:extLst>
              <a:ext uri="{FF2B5EF4-FFF2-40B4-BE49-F238E27FC236}">
                <a16:creationId xmlns:a16="http://schemas.microsoft.com/office/drawing/2014/main" id="{4235E02F-EA39-4F44-BE72-4CD0A741EA64}"/>
              </a:ext>
            </a:extLst>
          </p:cNvPr>
          <p:cNvSpPr/>
          <p:nvPr/>
        </p:nvSpPr>
        <p:spPr>
          <a:xfrm>
            <a:off x="2371904" y="3843282"/>
            <a:ext cx="4420401" cy="914903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1904" y="3911500"/>
            <a:ext cx="4420401" cy="771633"/>
          </a:xfrm>
          <a:prstGeom prst="rect">
            <a:avLst/>
          </a:prstGeom>
        </p:spPr>
      </p:pic>
      <p:pic>
        <p:nvPicPr>
          <p:cNvPr id="1028" name="Picture 4" descr="Commissariat à l'énergie atomique et aux énergies alternatives — Wikipédia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7995" y="4826402"/>
            <a:ext cx="2146203" cy="17527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Image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1054" y="1516349"/>
            <a:ext cx="1551460" cy="603346"/>
          </a:xfrm>
          <a:prstGeom prst="rect">
            <a:avLst/>
          </a:prstGeom>
        </p:spPr>
      </p:pic>
      <p:pic>
        <p:nvPicPr>
          <p:cNvPr id="10" name="Image 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9430" y="2689725"/>
            <a:ext cx="4772570" cy="3077395"/>
          </a:xfrm>
          <a:prstGeom prst="rect">
            <a:avLst/>
          </a:prstGeom>
        </p:spPr>
      </p:pic>
      <p:sp>
        <p:nvSpPr>
          <p:cNvPr id="13" name="Rectangle : avec coin rogné 3">
            <a:extLst>
              <a:ext uri="{FF2B5EF4-FFF2-40B4-BE49-F238E27FC236}">
                <a16:creationId xmlns:a16="http://schemas.microsoft.com/office/drawing/2014/main" id="{4235E02F-EA39-4F44-BE72-4CD0A741EA64}"/>
              </a:ext>
            </a:extLst>
          </p:cNvPr>
          <p:cNvSpPr/>
          <p:nvPr/>
        </p:nvSpPr>
        <p:spPr>
          <a:xfrm>
            <a:off x="3408218" y="3843283"/>
            <a:ext cx="3384087" cy="770281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Image 10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44346" y="3637289"/>
            <a:ext cx="3565876" cy="3565876"/>
          </a:xfrm>
          <a:prstGeom prst="rect">
            <a:avLst/>
          </a:prstGeom>
        </p:spPr>
      </p:pic>
      <p:pic>
        <p:nvPicPr>
          <p:cNvPr id="12" name="Image 11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5136" y="3838575"/>
            <a:ext cx="638906" cy="517104"/>
          </a:xfrm>
          <a:prstGeom prst="rect">
            <a:avLst/>
          </a:prstGeom>
        </p:spPr>
      </p:pic>
      <p:pic>
        <p:nvPicPr>
          <p:cNvPr id="14" name="Image 13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969685" y="-1272137"/>
            <a:ext cx="7221565" cy="4484972"/>
          </a:xfrm>
          <a:prstGeom prst="rect">
            <a:avLst/>
          </a:prstGeom>
        </p:spPr>
      </p:pic>
      <p:pic>
        <p:nvPicPr>
          <p:cNvPr id="15" name="Image 14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97668" y="4239683"/>
            <a:ext cx="713499" cy="442924"/>
          </a:xfrm>
          <a:prstGeom prst="rect">
            <a:avLst/>
          </a:prstGeom>
        </p:spPr>
      </p:pic>
      <p:sp>
        <p:nvSpPr>
          <p:cNvPr id="18" name="ZoneTexte 17">
            <a:extLst>
              <a:ext uri="{FF2B5EF4-FFF2-40B4-BE49-F238E27FC236}">
                <a16:creationId xmlns:a16="http://schemas.microsoft.com/office/drawing/2014/main" id="{96C1B7B7-C852-4155-B20A-F5102A212A56}"/>
              </a:ext>
            </a:extLst>
          </p:cNvPr>
          <p:cNvSpPr txBox="1"/>
          <p:nvPr/>
        </p:nvSpPr>
        <p:spPr>
          <a:xfrm>
            <a:off x="3709457" y="3876197"/>
            <a:ext cx="2077399" cy="723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endParaRPr lang="fr-FR" sz="2400" b="1" dirty="0">
              <a:solidFill>
                <a:schemeClr val="bg1"/>
              </a:solidFill>
              <a:latin typeface="+mj-lt"/>
              <a:cs typeface="Arial" panose="020B0604020202020204" pitchFamily="34" charset="0"/>
            </a:endParaRPr>
          </a:p>
          <a:p>
            <a:pPr>
              <a:lnSpc>
                <a:spcPts val="1200"/>
              </a:lnSpc>
            </a:pPr>
            <a:r>
              <a:rPr lang="fr-FR" sz="16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	</a:t>
            </a:r>
            <a:r>
              <a:rPr lang="fr-FR" sz="1400" dirty="0" err="1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Viewing</a:t>
            </a:r>
            <a:endParaRPr lang="fr-FR" sz="1600" dirty="0">
              <a:solidFill>
                <a:schemeClr val="bg1"/>
              </a:solidFill>
              <a:latin typeface="+mj-lt"/>
              <a:cs typeface="Arial" panose="020B0604020202020204" pitchFamily="34" charset="0"/>
            </a:endParaRPr>
          </a:p>
          <a:p>
            <a:pPr>
              <a:lnSpc>
                <a:spcPts val="1200"/>
              </a:lnSpc>
            </a:pPr>
            <a:r>
              <a:rPr lang="fr-FR" sz="2000" b="1" dirty="0" err="1">
                <a:solidFill>
                  <a:schemeClr val="bg1"/>
                </a:solidFill>
                <a:cs typeface="Arial" panose="020B0604020202020204" pitchFamily="34" charset="0"/>
              </a:rPr>
              <a:t>Therma</a:t>
            </a:r>
            <a:r>
              <a:rPr lang="fr-FR" sz="1600" b="1" dirty="0">
                <a:solidFill>
                  <a:schemeClr val="bg1"/>
                </a:solidFill>
                <a:cs typeface="Arial" panose="020B0604020202020204" pitchFamily="34" charset="0"/>
              </a:rPr>
              <a:t> 	</a:t>
            </a:r>
            <a:r>
              <a:rPr lang="fr-FR" sz="14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Imaging</a:t>
            </a:r>
            <a:endParaRPr lang="fr-FR" sz="1600" dirty="0">
              <a:solidFill>
                <a:schemeClr val="bg1"/>
              </a:solidFill>
              <a:latin typeface="+mj-lt"/>
              <a:cs typeface="Arial" panose="020B0604020202020204" pitchFamily="34" charset="0"/>
            </a:endParaRPr>
          </a:p>
          <a:p>
            <a:pPr>
              <a:lnSpc>
                <a:spcPts val="1200"/>
              </a:lnSpc>
            </a:pPr>
            <a:r>
              <a:rPr lang="fr-FR" sz="16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	</a:t>
            </a:r>
            <a:r>
              <a:rPr lang="fr-FR" sz="14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Platform</a:t>
            </a:r>
            <a:endParaRPr lang="fr-FR" sz="1600" dirty="0">
              <a:solidFill>
                <a:schemeClr val="bg1"/>
              </a:solidFill>
              <a:latin typeface="+mj-lt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94992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277" y="0"/>
            <a:ext cx="11047445" cy="6858000"/>
          </a:xfrm>
          <a:prstGeom prst="rect">
            <a:avLst/>
          </a:prstGeom>
        </p:spPr>
      </p:pic>
      <p:pic>
        <p:nvPicPr>
          <p:cNvPr id="5" name="Imag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7654" y="1204602"/>
            <a:ext cx="5496692" cy="4448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32235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1499" y="1814287"/>
            <a:ext cx="1629002" cy="3229426"/>
          </a:xfrm>
          <a:prstGeom prst="rect">
            <a:avLst/>
          </a:prstGeom>
        </p:spPr>
      </p:pic>
      <p:sp>
        <p:nvSpPr>
          <p:cNvPr id="5" name="Triangle isocèle 4"/>
          <p:cNvSpPr/>
          <p:nvPr/>
        </p:nvSpPr>
        <p:spPr>
          <a:xfrm rot="16200000">
            <a:off x="4215177" y="3104804"/>
            <a:ext cx="1076496" cy="648392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riangle isocèle 5"/>
          <p:cNvSpPr/>
          <p:nvPr/>
        </p:nvSpPr>
        <p:spPr>
          <a:xfrm rot="5400000">
            <a:off x="6900327" y="3111039"/>
            <a:ext cx="1076496" cy="648392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60464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8D2025BF-9B4D-4720-8578-1AE767DBF3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3949" y="2553779"/>
            <a:ext cx="543324" cy="512844"/>
          </a:xfrm>
          <a:prstGeom prst="rect">
            <a:avLst/>
          </a:prstGeom>
          <a:effectLst>
            <a:reflection blurRad="6350" stA="52000" endA="300" endPos="35000" dir="5400000" sy="-100000" algn="bl" rotWithShape="0"/>
          </a:effectLst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77743310-56F6-461D-80CB-F6071C359118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5410" y="2543403"/>
            <a:ext cx="666100" cy="523220"/>
          </a:xfrm>
          <a:prstGeom prst="rect">
            <a:avLst/>
          </a:prstGeo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96C1B7B7-C852-4155-B20A-F5102A212A56}"/>
              </a:ext>
            </a:extLst>
          </p:cNvPr>
          <p:cNvSpPr txBox="1"/>
          <p:nvPr/>
        </p:nvSpPr>
        <p:spPr>
          <a:xfrm>
            <a:off x="9577252" y="4221332"/>
            <a:ext cx="1062048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  <a:spcAft>
                <a:spcPts val="600"/>
              </a:spcAft>
            </a:pPr>
            <a:endParaRPr lang="fr-FR" sz="2400" b="1" dirty="0">
              <a:solidFill>
                <a:schemeClr val="tx1">
                  <a:lumMod val="95000"/>
                  <a:lumOff val="5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  <a:cs typeface="Arial" panose="020B0604020202020204" pitchFamily="34" charset="0"/>
            </a:endParaRPr>
          </a:p>
          <a:p>
            <a:pPr>
              <a:lnSpc>
                <a:spcPts val="1200"/>
              </a:lnSpc>
              <a:spcAft>
                <a:spcPts val="600"/>
              </a:spcAft>
            </a:pPr>
            <a:r>
              <a:rPr lang="fr-FR" sz="1400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V</a:t>
            </a:r>
            <a:r>
              <a:rPr lang="fr-FR" sz="14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iewing</a:t>
            </a:r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  <a:cs typeface="Arial" panose="020B0604020202020204" pitchFamily="34" charset="0"/>
            </a:endParaRPr>
          </a:p>
          <a:p>
            <a:pPr>
              <a:lnSpc>
                <a:spcPts val="1200"/>
              </a:lnSpc>
              <a:spcAft>
                <a:spcPts val="600"/>
              </a:spcAft>
            </a:pPr>
            <a:r>
              <a:rPr lang="fr-FR" sz="1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I</a:t>
            </a:r>
            <a:r>
              <a:rPr lang="fr-FR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maging</a:t>
            </a:r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  <a:cs typeface="Arial" panose="020B0604020202020204" pitchFamily="34" charset="0"/>
            </a:endParaRPr>
          </a:p>
          <a:p>
            <a:pPr>
              <a:lnSpc>
                <a:spcPts val="1200"/>
              </a:lnSpc>
              <a:spcAft>
                <a:spcPts val="600"/>
              </a:spcAft>
            </a:pPr>
            <a:r>
              <a:rPr lang="fr-FR" sz="1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P</a:t>
            </a:r>
            <a:r>
              <a:rPr lang="fr-FR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latform</a:t>
            </a:r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  <a:cs typeface="Arial" panose="020B0604020202020204" pitchFamily="34" charset="0"/>
            </a:endParaRP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1DD6F4B8-9F34-4C2C-B716-EB10F72BD339}"/>
              </a:ext>
            </a:extLst>
          </p:cNvPr>
          <p:cNvSpPr txBox="1"/>
          <p:nvPr/>
        </p:nvSpPr>
        <p:spPr>
          <a:xfrm>
            <a:off x="3167151" y="2543403"/>
            <a:ext cx="29715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kern="1500" spc="100" dirty="0">
                <a:solidFill>
                  <a:schemeClr val="tx1">
                    <a:lumMod val="95000"/>
                    <a:lumOff val="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 pitchFamily="34" charset="0"/>
              </a:rPr>
              <a:t>THERMAVIP </a:t>
            </a:r>
          </a:p>
        </p:txBody>
      </p:sp>
      <p:sp>
        <p:nvSpPr>
          <p:cNvPr id="9" name="Rectangle : avec coin rogné 3">
            <a:extLst>
              <a:ext uri="{FF2B5EF4-FFF2-40B4-BE49-F238E27FC236}">
                <a16:creationId xmlns:a16="http://schemas.microsoft.com/office/drawing/2014/main" id="{4235E02F-EA39-4F44-BE72-4CD0A741EA64}"/>
              </a:ext>
            </a:extLst>
          </p:cNvPr>
          <p:cNvSpPr/>
          <p:nvPr/>
        </p:nvSpPr>
        <p:spPr>
          <a:xfrm>
            <a:off x="2804168" y="4126438"/>
            <a:ext cx="2824328" cy="545315"/>
          </a:xfrm>
          <a:prstGeom prst="snip1Rect">
            <a:avLst>
              <a:gd name="adj" fmla="val 5556"/>
            </a:avLst>
          </a:prstGeom>
          <a:solidFill>
            <a:srgbClr val="2D2D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1DD6F4B8-9F34-4C2C-B716-EB10F72BD339}"/>
              </a:ext>
            </a:extLst>
          </p:cNvPr>
          <p:cNvSpPr txBox="1"/>
          <p:nvPr/>
        </p:nvSpPr>
        <p:spPr>
          <a:xfrm>
            <a:off x="3321653" y="4185451"/>
            <a:ext cx="12725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 err="1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ThermaVIP</a:t>
            </a:r>
            <a:r>
              <a:rPr lang="fr-FR" b="1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 </a:t>
            </a:r>
          </a:p>
        </p:txBody>
      </p:sp>
      <p:sp>
        <p:nvSpPr>
          <p:cNvPr id="13" name="Triangle rectangle 12">
            <a:extLst>
              <a:ext uri="{FF2B5EF4-FFF2-40B4-BE49-F238E27FC236}">
                <a16:creationId xmlns:a16="http://schemas.microsoft.com/office/drawing/2014/main" id="{0336BF78-C525-4143-87D2-2A722A01C007}"/>
              </a:ext>
            </a:extLst>
          </p:cNvPr>
          <p:cNvSpPr/>
          <p:nvPr/>
        </p:nvSpPr>
        <p:spPr>
          <a:xfrm>
            <a:off x="5533929" y="4127379"/>
            <a:ext cx="95136" cy="93927"/>
          </a:xfrm>
          <a:prstGeom prst="rtTriangle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15" name="Image 1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87970" y="4248398"/>
            <a:ext cx="357112" cy="289032"/>
          </a:xfrm>
          <a:prstGeom prst="rect">
            <a:avLst/>
          </a:prstGeom>
        </p:spPr>
      </p:pic>
      <p:pic>
        <p:nvPicPr>
          <p:cNvPr id="16" name="Image 1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4135" y="4258305"/>
            <a:ext cx="403097" cy="250233"/>
          </a:xfrm>
          <a:prstGeom prst="rect">
            <a:avLst/>
          </a:prstGeom>
        </p:spPr>
      </p:pic>
      <p:pic>
        <p:nvPicPr>
          <p:cNvPr id="17" name="Image 16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57677" y="4217336"/>
            <a:ext cx="384160" cy="3647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47508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 : avec coin rogné 3">
            <a:extLst>
              <a:ext uri="{FF2B5EF4-FFF2-40B4-BE49-F238E27FC236}">
                <a16:creationId xmlns:a16="http://schemas.microsoft.com/office/drawing/2014/main" id="{1A48517B-2A23-4B90-8623-97E3232264C3}"/>
              </a:ext>
            </a:extLst>
          </p:cNvPr>
          <p:cNvSpPr/>
          <p:nvPr/>
        </p:nvSpPr>
        <p:spPr>
          <a:xfrm>
            <a:off x="269486" y="188652"/>
            <a:ext cx="2824328" cy="1697927"/>
          </a:xfrm>
          <a:prstGeom prst="snip1Rect">
            <a:avLst>
              <a:gd name="adj" fmla="val 5556"/>
            </a:avLst>
          </a:prstGeom>
          <a:solidFill>
            <a:srgbClr val="2D2D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9BEFE5FD-3E8C-4997-903E-86C958A78C99}"/>
              </a:ext>
            </a:extLst>
          </p:cNvPr>
          <p:cNvSpPr txBox="1"/>
          <p:nvPr/>
        </p:nvSpPr>
        <p:spPr>
          <a:xfrm>
            <a:off x="581895" y="301240"/>
            <a:ext cx="127257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b="1" dirty="0" err="1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ThermaVIP</a:t>
            </a:r>
            <a:r>
              <a:rPr lang="fr-FR" sz="1400" b="1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 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B7A15570-3C09-46FC-8F0E-F95A8B7541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328" y="570866"/>
            <a:ext cx="98680" cy="170330"/>
          </a:xfrm>
          <a:prstGeom prst="rect">
            <a:avLst/>
          </a:prstGeo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E2A3B426-68CC-417B-BFAE-AF000FD2A45D}"/>
              </a:ext>
            </a:extLst>
          </p:cNvPr>
          <p:cNvSpPr txBox="1"/>
          <p:nvPr/>
        </p:nvSpPr>
        <p:spPr>
          <a:xfrm>
            <a:off x="330096" y="523512"/>
            <a:ext cx="125733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5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ITER </a:t>
            </a:r>
            <a:r>
              <a:rPr lang="fr-FR" sz="1050" dirty="0" err="1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edition</a:t>
            </a:r>
            <a:r>
              <a:rPr lang="fr-FR" sz="105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 2025</a:t>
            </a:r>
          </a:p>
        </p:txBody>
      </p:sp>
      <p:sp>
        <p:nvSpPr>
          <p:cNvPr id="8" name="Triangle rectangle 7">
            <a:extLst>
              <a:ext uri="{FF2B5EF4-FFF2-40B4-BE49-F238E27FC236}">
                <a16:creationId xmlns:a16="http://schemas.microsoft.com/office/drawing/2014/main" id="{2DD28110-336B-4A05-81F8-78947C8CDF0E}"/>
              </a:ext>
            </a:extLst>
          </p:cNvPr>
          <p:cNvSpPr/>
          <p:nvPr/>
        </p:nvSpPr>
        <p:spPr>
          <a:xfrm>
            <a:off x="2999247" y="189593"/>
            <a:ext cx="95136" cy="93927"/>
          </a:xfrm>
          <a:prstGeom prst="rtTriangle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9D67EBD-F4A3-408B-B7F4-16498F781B98}"/>
              </a:ext>
            </a:extLst>
          </p:cNvPr>
          <p:cNvSpPr/>
          <p:nvPr/>
        </p:nvSpPr>
        <p:spPr>
          <a:xfrm>
            <a:off x="370008" y="1460334"/>
            <a:ext cx="750526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6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© CEA/IRFM</a:t>
            </a:r>
          </a:p>
          <a:p>
            <a:r>
              <a:rPr lang="fr-FR" sz="6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All </a:t>
            </a:r>
            <a:r>
              <a:rPr lang="fr-FR" sz="600" dirty="0" err="1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rights</a:t>
            </a:r>
            <a:r>
              <a:rPr lang="fr-FR" sz="6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 </a:t>
            </a:r>
            <a:r>
              <a:rPr lang="fr-FR" sz="600" dirty="0" err="1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reserved</a:t>
            </a:r>
            <a:endParaRPr lang="fr-FR" sz="600" dirty="0">
              <a:solidFill>
                <a:schemeClr val="bg1"/>
              </a:solidFill>
              <a:latin typeface="+mj-lt"/>
              <a:cs typeface="Arial" panose="020B0604020202020204" pitchFamily="34" charset="0"/>
            </a:endParaRP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FB7A9E82-9F28-4FD2-A836-450027BFEEF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9531" y="1460334"/>
            <a:ext cx="357112" cy="289032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6D7801F6-1461-4794-9CBF-3BFF38AC445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3001" y="1477615"/>
            <a:ext cx="403097" cy="250233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E7609141-60F0-4F75-A6A8-3BB22C86E69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9706" y="366732"/>
            <a:ext cx="214872" cy="204020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4351FAF5-AD6A-4D20-8FE0-684DF888067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41933" y="1460334"/>
            <a:ext cx="532927" cy="265376"/>
          </a:xfrm>
          <a:prstGeom prst="rect">
            <a:avLst/>
          </a:prstGeom>
        </p:spPr>
      </p:pic>
      <p:sp>
        <p:nvSpPr>
          <p:cNvPr id="13" name="Rectangle : avec coin rogné 12">
            <a:extLst>
              <a:ext uri="{FF2B5EF4-FFF2-40B4-BE49-F238E27FC236}">
                <a16:creationId xmlns:a16="http://schemas.microsoft.com/office/drawing/2014/main" id="{F2BD7396-4142-4FAA-86A1-3D35F83A0CBC}"/>
              </a:ext>
            </a:extLst>
          </p:cNvPr>
          <p:cNvSpPr/>
          <p:nvPr/>
        </p:nvSpPr>
        <p:spPr>
          <a:xfrm>
            <a:off x="5731829" y="2580036"/>
            <a:ext cx="2824328" cy="1697927"/>
          </a:xfrm>
          <a:prstGeom prst="snip1Rect">
            <a:avLst>
              <a:gd name="adj" fmla="val 5556"/>
            </a:avLst>
          </a:prstGeom>
          <a:solidFill>
            <a:srgbClr val="2D2D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DC624550-1415-4908-8F8E-8230E3D8E80D}"/>
              </a:ext>
            </a:extLst>
          </p:cNvPr>
          <p:cNvSpPr txBox="1"/>
          <p:nvPr/>
        </p:nvSpPr>
        <p:spPr>
          <a:xfrm>
            <a:off x="6044238" y="2698974"/>
            <a:ext cx="127257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b="1" dirty="0" err="1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ThermaVIP</a:t>
            </a:r>
            <a:r>
              <a:rPr lang="fr-FR" sz="1400" b="1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 </a:t>
            </a:r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5BED6411-DEE5-4CE4-80BD-C48CE1CE21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3671" y="2968600"/>
            <a:ext cx="98680" cy="170330"/>
          </a:xfrm>
          <a:prstGeom prst="rect">
            <a:avLst/>
          </a:prstGeom>
        </p:spPr>
      </p:pic>
      <p:sp>
        <p:nvSpPr>
          <p:cNvPr id="17" name="ZoneTexte 16">
            <a:extLst>
              <a:ext uri="{FF2B5EF4-FFF2-40B4-BE49-F238E27FC236}">
                <a16:creationId xmlns:a16="http://schemas.microsoft.com/office/drawing/2014/main" id="{DE9569CF-20A8-4C28-B8A8-6C9E69A0C3D4}"/>
              </a:ext>
            </a:extLst>
          </p:cNvPr>
          <p:cNvSpPr txBox="1"/>
          <p:nvPr/>
        </p:nvSpPr>
        <p:spPr>
          <a:xfrm>
            <a:off x="5792439" y="2921246"/>
            <a:ext cx="125733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5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W7-X </a:t>
            </a:r>
            <a:r>
              <a:rPr lang="fr-FR" sz="1050" dirty="0" err="1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edition</a:t>
            </a:r>
            <a:r>
              <a:rPr lang="fr-FR" sz="105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 2025</a:t>
            </a:r>
          </a:p>
        </p:txBody>
      </p:sp>
      <p:sp>
        <p:nvSpPr>
          <p:cNvPr id="18" name="Triangle rectangle 17">
            <a:extLst>
              <a:ext uri="{FF2B5EF4-FFF2-40B4-BE49-F238E27FC236}">
                <a16:creationId xmlns:a16="http://schemas.microsoft.com/office/drawing/2014/main" id="{24532917-913F-40F1-BD43-F6A58514D7E5}"/>
              </a:ext>
            </a:extLst>
          </p:cNvPr>
          <p:cNvSpPr/>
          <p:nvPr/>
        </p:nvSpPr>
        <p:spPr>
          <a:xfrm>
            <a:off x="8461590" y="2580977"/>
            <a:ext cx="95136" cy="93927"/>
          </a:xfrm>
          <a:prstGeom prst="rtTriangle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BBD0746-5EE3-4B88-BDB8-F05B961936A8}"/>
              </a:ext>
            </a:extLst>
          </p:cNvPr>
          <p:cNvSpPr/>
          <p:nvPr/>
        </p:nvSpPr>
        <p:spPr>
          <a:xfrm>
            <a:off x="5832351" y="3851718"/>
            <a:ext cx="750526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6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© CEA/IRFM</a:t>
            </a:r>
          </a:p>
          <a:p>
            <a:r>
              <a:rPr lang="fr-FR" sz="6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All </a:t>
            </a:r>
            <a:r>
              <a:rPr lang="fr-FR" sz="600" dirty="0" err="1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rights</a:t>
            </a:r>
            <a:r>
              <a:rPr lang="fr-FR" sz="6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 </a:t>
            </a:r>
            <a:r>
              <a:rPr lang="fr-FR" sz="600" dirty="0" err="1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reserved</a:t>
            </a:r>
            <a:endParaRPr lang="fr-FR" sz="600" dirty="0">
              <a:solidFill>
                <a:schemeClr val="bg1"/>
              </a:solidFill>
              <a:latin typeface="+mj-lt"/>
              <a:cs typeface="Arial" panose="020B0604020202020204" pitchFamily="34" charset="0"/>
            </a:endParaRPr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2DC4630C-39F2-4CD5-81B6-65C790F441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1874" y="3851718"/>
            <a:ext cx="357112" cy="289032"/>
          </a:xfrm>
          <a:prstGeom prst="rect">
            <a:avLst/>
          </a:prstGeom>
        </p:spPr>
      </p:pic>
      <p:pic>
        <p:nvPicPr>
          <p:cNvPr id="21" name="Image 20">
            <a:extLst>
              <a:ext uri="{FF2B5EF4-FFF2-40B4-BE49-F238E27FC236}">
                <a16:creationId xmlns:a16="http://schemas.microsoft.com/office/drawing/2014/main" id="{06B994AE-956A-4903-83C5-029C6EAE714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55344" y="3868999"/>
            <a:ext cx="403097" cy="250233"/>
          </a:xfrm>
          <a:prstGeom prst="rect">
            <a:avLst/>
          </a:prstGeom>
        </p:spPr>
      </p:pic>
      <p:pic>
        <p:nvPicPr>
          <p:cNvPr id="22" name="Image 21">
            <a:extLst>
              <a:ext uri="{FF2B5EF4-FFF2-40B4-BE49-F238E27FC236}">
                <a16:creationId xmlns:a16="http://schemas.microsoft.com/office/drawing/2014/main" id="{D1C60995-EB7E-4023-A1E0-62231A6C90E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049" y="2764466"/>
            <a:ext cx="214872" cy="204020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EE6B9CF5-0223-44B4-B370-34DE3F00985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28435" y="2649470"/>
            <a:ext cx="983989" cy="612260"/>
          </a:xfrm>
          <a:prstGeom prst="rect">
            <a:avLst/>
          </a:prstGeom>
        </p:spPr>
      </p:pic>
      <p:pic>
        <p:nvPicPr>
          <p:cNvPr id="25" name="Image 24">
            <a:extLst>
              <a:ext uri="{FF2B5EF4-FFF2-40B4-BE49-F238E27FC236}">
                <a16:creationId xmlns:a16="http://schemas.microsoft.com/office/drawing/2014/main" id="{702BF584-0C40-4C96-9417-D90AB5ED79A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33756" y="2461836"/>
            <a:ext cx="3237805" cy="2103659"/>
          </a:xfrm>
          <a:prstGeom prst="rect">
            <a:avLst/>
          </a:prstGeom>
        </p:spPr>
      </p:pic>
      <p:pic>
        <p:nvPicPr>
          <p:cNvPr id="27" name="Image 26">
            <a:extLst>
              <a:ext uri="{FF2B5EF4-FFF2-40B4-BE49-F238E27FC236}">
                <a16:creationId xmlns:a16="http://schemas.microsoft.com/office/drawing/2014/main" id="{DA36FCC4-0265-4F11-879F-9E0C71AB308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97005" y="3770442"/>
            <a:ext cx="439550" cy="439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8256000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10420</TotalTime>
  <Words>64</Words>
  <Application>Microsoft Office PowerPoint</Application>
  <PresentationFormat>Grand écran</PresentationFormat>
  <Paragraphs>32</Paragraphs>
  <Slides>6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</vt:i4>
      </vt:variant>
    </vt:vector>
  </HeadingPairs>
  <TitlesOfParts>
    <vt:vector size="11" baseType="lpstr">
      <vt:lpstr>Arial</vt:lpstr>
      <vt:lpstr>Calibri</vt:lpstr>
      <vt:lpstr>Calibri Light</vt:lpstr>
      <vt:lpstr>Verdana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Victor Moncada</dc:creator>
  <cp:lastModifiedBy>MONCADA Victor 213788</cp:lastModifiedBy>
  <cp:revision>42</cp:revision>
  <dcterms:created xsi:type="dcterms:W3CDTF">2017-08-04T12:26:38Z</dcterms:created>
  <dcterms:modified xsi:type="dcterms:W3CDTF">2025-11-19T15:34:02Z</dcterms:modified>
</cp:coreProperties>
</file>